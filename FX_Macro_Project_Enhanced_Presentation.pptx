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7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0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1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2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74" r:id="rId7"/>
    <p:sldId id="264" r:id="rId8"/>
    <p:sldId id="266" r:id="rId9"/>
    <p:sldId id="267" r:id="rId10"/>
    <p:sldId id="268" r:id="rId11"/>
    <p:sldId id="269" r:id="rId12"/>
    <p:sldId id="270" r:id="rId13"/>
    <p:sldId id="271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637E31-78F5-4A5E-B0AA-CD450820D64C}" v="15" dt="2026-05-13T12:33:19.679"/>
    <p1510:client id="{26F3998C-2C77-4E70-A7BB-F4E460431A80}" v="21" dt="2026-05-13T10:37:40.431"/>
    <p1510:client id="{379121D4-998C-4E87-867D-CB2EACAF29B4}" v="38" dt="2026-05-13T10:46:30.126"/>
    <p1510:client id="{4FE2B2AD-A421-4C6A-B7E6-B70BD85A3335}" v="141" dt="2026-05-13T12:35:12.453"/>
    <p1510:client id="{7EBC9F59-7A1C-47D0-9B15-6FE0279A3388}" v="8" dt="2026-05-13T10:47:54.029"/>
    <p1510:client id="{856387DC-D5A3-4F31-A0F7-E43E0F5C4930}" v="13" dt="2026-05-13T10:52:13.229"/>
    <p1510:client id="{9FB4862A-C000-416F-87B3-201485999D57}" v="10" dt="2026-05-13T12:39:47.130"/>
    <p1510:client id="{B3C0E9A3-85F5-4EBF-9E1B-E9EE33E4E002}" v="14" dt="2026-05-13T11:03:37.209"/>
    <p1510:client id="{EA45FB36-1CA5-469F-898A-C4584276D742}" v="7" dt="2026-05-13T11:09:51.156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sra, N (Navkaran)" userId="S::navkaran.basra@rabobank.com::93c03b70-87f2-4efd-a567-be6fb1b3681b" providerId="AD" clId="Web-{7EBC9F59-7A1C-47D0-9B15-6FE0279A3388}"/>
    <pc:docChg chg="addSld modSld sldOrd">
      <pc:chgData name="Basra, N (Navkaran)" userId="S::navkaran.basra@rabobank.com::93c03b70-87f2-4efd-a567-be6fb1b3681b" providerId="AD" clId="Web-{7EBC9F59-7A1C-47D0-9B15-6FE0279A3388}" dt="2026-05-13T10:47:54.029" v="8" actId="20577"/>
      <pc:docMkLst>
        <pc:docMk/>
      </pc:docMkLst>
      <pc:sldChg chg="modSp add ord replId">
        <pc:chgData name="Basra, N (Navkaran)" userId="S::navkaran.basra@rabobank.com::93c03b70-87f2-4efd-a567-be6fb1b3681b" providerId="AD" clId="Web-{7EBC9F59-7A1C-47D0-9B15-6FE0279A3388}" dt="2026-05-13T10:47:54.029" v="8" actId="20577"/>
        <pc:sldMkLst>
          <pc:docMk/>
          <pc:sldMk cId="2584510194" sldId="275"/>
        </pc:sldMkLst>
        <pc:spChg chg="mod">
          <ac:chgData name="Basra, N (Navkaran)" userId="S::navkaran.basra@rabobank.com::93c03b70-87f2-4efd-a567-be6fb1b3681b" providerId="AD" clId="Web-{7EBC9F59-7A1C-47D0-9B15-6FE0279A3388}" dt="2026-05-13T10:47:54.029" v="8" actId="20577"/>
          <ac:spMkLst>
            <pc:docMk/>
            <pc:sldMk cId="2584510194" sldId="275"/>
            <ac:spMk id="2" creationId="{54A3DF90-A446-9F73-9AAC-C28D7039A5F5}"/>
          </ac:spMkLst>
        </pc:spChg>
      </pc:sldChg>
    </pc:docChg>
  </pc:docChgLst>
  <pc:docChgLst>
    <pc:chgData name="Basra, N (Navkaran)" userId="S::navkaran.basra@rabobank.com::93c03b70-87f2-4efd-a567-be6fb1b3681b" providerId="AD" clId="Web-{26F3998C-2C77-4E70-A7BB-F4E460431A80}"/>
    <pc:docChg chg="delSld modSld sldOrd">
      <pc:chgData name="Basra, N (Navkaran)" userId="S::navkaran.basra@rabobank.com::93c03b70-87f2-4efd-a567-be6fb1b3681b" providerId="AD" clId="Web-{26F3998C-2C77-4E70-A7BB-F4E460431A80}" dt="2026-05-13T10:38:53.542" v="41" actId="20577"/>
      <pc:docMkLst>
        <pc:docMk/>
      </pc:docMkLst>
      <pc:sldChg chg="del">
        <pc:chgData name="Basra, N (Navkaran)" userId="S::navkaran.basra@rabobank.com::93c03b70-87f2-4efd-a567-be6fb1b3681b" providerId="AD" clId="Web-{26F3998C-2C77-4E70-A7BB-F4E460431A80}" dt="2026-05-13T10:33:57.190" v="0"/>
        <pc:sldMkLst>
          <pc:docMk/>
          <pc:sldMk cId="0" sldId="261"/>
        </pc:sldMkLst>
      </pc:sldChg>
      <pc:sldChg chg="del">
        <pc:chgData name="Basra, N (Navkaran)" userId="S::navkaran.basra@rabobank.com::93c03b70-87f2-4efd-a567-be6fb1b3681b" providerId="AD" clId="Web-{26F3998C-2C77-4E70-A7BB-F4E460431A80}" dt="2026-05-13T10:33:59.002" v="1"/>
        <pc:sldMkLst>
          <pc:docMk/>
          <pc:sldMk cId="0" sldId="262"/>
        </pc:sldMkLst>
      </pc:sldChg>
      <pc:sldChg chg="del">
        <pc:chgData name="Basra, N (Navkaran)" userId="S::navkaran.basra@rabobank.com::93c03b70-87f2-4efd-a567-be6fb1b3681b" providerId="AD" clId="Web-{26F3998C-2C77-4E70-A7BB-F4E460431A80}" dt="2026-05-13T10:34:00.690" v="2"/>
        <pc:sldMkLst>
          <pc:docMk/>
          <pc:sldMk cId="0" sldId="263"/>
        </pc:sldMkLst>
      </pc:sldChg>
      <pc:sldChg chg="del">
        <pc:chgData name="Basra, N (Navkaran)" userId="S::navkaran.basra@rabobank.com::93c03b70-87f2-4efd-a567-be6fb1b3681b" providerId="AD" clId="Web-{26F3998C-2C77-4E70-A7BB-F4E460431A80}" dt="2026-05-13T10:34:53.129" v="8"/>
        <pc:sldMkLst>
          <pc:docMk/>
          <pc:sldMk cId="0" sldId="265"/>
        </pc:sldMkLst>
      </pc:sldChg>
      <pc:sldChg chg="modSp ord">
        <pc:chgData name="Basra, N (Navkaran)" userId="S::navkaran.basra@rabobank.com::93c03b70-87f2-4efd-a567-be6fb1b3681b" providerId="AD" clId="Web-{26F3998C-2C77-4E70-A7BB-F4E460431A80}" dt="2026-05-13T10:34:38.363" v="7"/>
        <pc:sldMkLst>
          <pc:docMk/>
          <pc:sldMk cId="0" sldId="266"/>
        </pc:sldMkLst>
        <pc:spChg chg="mod">
          <ac:chgData name="Basra, N (Navkaran)" userId="S::navkaran.basra@rabobank.com::93c03b70-87f2-4efd-a567-be6fb1b3681b" providerId="AD" clId="Web-{26F3998C-2C77-4E70-A7BB-F4E460431A80}" dt="2026-05-13T10:34:26.534" v="6" actId="1076"/>
          <ac:spMkLst>
            <pc:docMk/>
            <pc:sldMk cId="0" sldId="266"/>
            <ac:spMk id="2" creationId="{00000000-0000-0000-0000-000000000000}"/>
          </ac:spMkLst>
        </pc:spChg>
        <pc:graphicFrameChg chg="mod">
          <ac:chgData name="Basra, N (Navkaran)" userId="S::navkaran.basra@rabobank.com::93c03b70-87f2-4efd-a567-be6fb1b3681b" providerId="AD" clId="Web-{26F3998C-2C77-4E70-A7BB-F4E460431A80}" dt="2026-05-13T10:34:21.612" v="5" actId="1076"/>
          <ac:graphicFrameMkLst>
            <pc:docMk/>
            <pc:sldMk cId="0" sldId="266"/>
            <ac:graphicFrameMk id="35" creationId="{3B1A09B3-5122-267B-8E3B-65A87B08C0B1}"/>
          </ac:graphicFrameMkLst>
        </pc:graphicFrameChg>
      </pc:sldChg>
      <pc:sldChg chg="addSp delSp modSp">
        <pc:chgData name="Basra, N (Navkaran)" userId="S::navkaran.basra@rabobank.com::93c03b70-87f2-4efd-a567-be6fb1b3681b" providerId="AD" clId="Web-{26F3998C-2C77-4E70-A7BB-F4E460431A80}" dt="2026-05-13T10:37:40.431" v="21" actId="1076"/>
        <pc:sldMkLst>
          <pc:docMk/>
          <pc:sldMk cId="0" sldId="267"/>
        </pc:sldMkLst>
        <pc:spChg chg="mod">
          <ac:chgData name="Basra, N (Navkaran)" userId="S::navkaran.basra@rabobank.com::93c03b70-87f2-4efd-a567-be6fb1b3681b" providerId="AD" clId="Web-{26F3998C-2C77-4E70-A7BB-F4E460431A80}" dt="2026-05-13T10:35:14.739" v="16" actId="1076"/>
          <ac:spMkLst>
            <pc:docMk/>
            <pc:sldMk cId="0" sldId="267"/>
            <ac:spMk id="2" creationId="{00000000-0000-0000-0000-000000000000}"/>
          </ac:spMkLst>
        </pc:spChg>
        <pc:spChg chg="mod">
          <ac:chgData name="Basra, N (Navkaran)" userId="S::navkaran.basra@rabobank.com::93c03b70-87f2-4efd-a567-be6fb1b3681b" providerId="AD" clId="Web-{26F3998C-2C77-4E70-A7BB-F4E460431A80}" dt="2026-05-13T10:35:28.396" v="19" actId="1076"/>
          <ac:spMkLst>
            <pc:docMk/>
            <pc:sldMk cId="0" sldId="267"/>
            <ac:spMk id="3" creationId="{00000000-0000-0000-0000-000000000000}"/>
          </ac:spMkLst>
        </pc:spChg>
        <pc:picChg chg="add mod">
          <ac:chgData name="Basra, N (Navkaran)" userId="S::navkaran.basra@rabobank.com::93c03b70-87f2-4efd-a567-be6fb1b3681b" providerId="AD" clId="Web-{26F3998C-2C77-4E70-A7BB-F4E460431A80}" dt="2026-05-13T10:37:40.431" v="21" actId="1076"/>
          <ac:picMkLst>
            <pc:docMk/>
            <pc:sldMk cId="0" sldId="267"/>
            <ac:picMk id="4" creationId="{E922DF19-BB03-E51E-C17B-222347E17104}"/>
          </ac:picMkLst>
        </pc:picChg>
        <pc:picChg chg="del">
          <ac:chgData name="Basra, N (Navkaran)" userId="S::navkaran.basra@rabobank.com::93c03b70-87f2-4efd-a567-be6fb1b3681b" providerId="AD" clId="Web-{26F3998C-2C77-4E70-A7BB-F4E460431A80}" dt="2026-05-13T10:35:19.239" v="17"/>
          <ac:picMkLst>
            <pc:docMk/>
            <pc:sldMk cId="0" sldId="267"/>
            <ac:picMk id="5" creationId="{829E0817-B5C7-744E-51AD-C09F320083D6}"/>
          </ac:picMkLst>
        </pc:picChg>
      </pc:sldChg>
      <pc:sldChg chg="modSp">
        <pc:chgData name="Basra, N (Navkaran)" userId="S::navkaran.basra@rabobank.com::93c03b70-87f2-4efd-a567-be6fb1b3681b" providerId="AD" clId="Web-{26F3998C-2C77-4E70-A7BB-F4E460431A80}" dt="2026-05-13T10:38:36.604" v="34" actId="20577"/>
        <pc:sldMkLst>
          <pc:docMk/>
          <pc:sldMk cId="0" sldId="268"/>
        </pc:sldMkLst>
        <pc:graphicFrameChg chg="modGraphic">
          <ac:chgData name="Basra, N (Navkaran)" userId="S::navkaran.basra@rabobank.com::93c03b70-87f2-4efd-a567-be6fb1b3681b" providerId="AD" clId="Web-{26F3998C-2C77-4E70-A7BB-F4E460431A80}" dt="2026-05-13T10:38:36.604" v="34" actId="20577"/>
          <ac:graphicFrameMkLst>
            <pc:docMk/>
            <pc:sldMk cId="0" sldId="268"/>
            <ac:graphicFrameMk id="40" creationId="{9647811F-6F50-7260-6B89-C99AB5BF7794}"/>
          </ac:graphicFrameMkLst>
        </pc:graphicFrameChg>
      </pc:sldChg>
      <pc:sldChg chg="modSp">
        <pc:chgData name="Basra, N (Navkaran)" userId="S::navkaran.basra@rabobank.com::93c03b70-87f2-4efd-a567-be6fb1b3681b" providerId="AD" clId="Web-{26F3998C-2C77-4E70-A7BB-F4E460431A80}" dt="2026-05-13T10:38:53.542" v="41" actId="20577"/>
        <pc:sldMkLst>
          <pc:docMk/>
          <pc:sldMk cId="0" sldId="269"/>
        </pc:sldMkLst>
        <pc:graphicFrameChg chg="modGraphic">
          <ac:chgData name="Basra, N (Navkaran)" userId="S::navkaran.basra@rabobank.com::93c03b70-87f2-4efd-a567-be6fb1b3681b" providerId="AD" clId="Web-{26F3998C-2C77-4E70-A7BB-F4E460431A80}" dt="2026-05-13T10:38:53.542" v="41" actId="20577"/>
          <ac:graphicFrameMkLst>
            <pc:docMk/>
            <pc:sldMk cId="0" sldId="269"/>
            <ac:graphicFrameMk id="5" creationId="{E7165343-4E6C-184A-0086-17D15B33218F}"/>
          </ac:graphicFrameMkLst>
        </pc:graphicFrameChg>
      </pc:sldChg>
      <pc:sldChg chg="modSp">
        <pc:chgData name="Basra, N (Navkaran)" userId="S::navkaran.basra@rabobank.com::93c03b70-87f2-4efd-a567-be6fb1b3681b" providerId="AD" clId="Web-{26F3998C-2C77-4E70-A7BB-F4E460431A80}" dt="2026-05-13T10:35:03.020" v="15" actId="20577"/>
        <pc:sldMkLst>
          <pc:docMk/>
          <pc:sldMk cId="3694190811" sldId="272"/>
        </pc:sldMkLst>
        <pc:spChg chg="mod">
          <ac:chgData name="Basra, N (Navkaran)" userId="S::navkaran.basra@rabobank.com::93c03b70-87f2-4efd-a567-be6fb1b3681b" providerId="AD" clId="Web-{26F3998C-2C77-4E70-A7BB-F4E460431A80}" dt="2026-05-13T10:35:03.020" v="15" actId="20577"/>
          <ac:spMkLst>
            <pc:docMk/>
            <pc:sldMk cId="3694190811" sldId="272"/>
            <ac:spMk id="2" creationId="{EF43893F-DD79-3117-39D1-EE7EA311A621}"/>
          </ac:spMkLst>
        </pc:spChg>
      </pc:sldChg>
    </pc:docChg>
  </pc:docChgLst>
  <pc:docChgLst>
    <pc:chgData name="Basra, N (Navkaran)" userId="S::navkaran.basra@rabobank.com::93c03b70-87f2-4efd-a567-be6fb1b3681b" providerId="AD" clId="Web-{856387DC-D5A3-4F31-A0F7-E43E0F5C4930}"/>
    <pc:docChg chg="delSld modSld">
      <pc:chgData name="Basra, N (Navkaran)" userId="S::navkaran.basra@rabobank.com::93c03b70-87f2-4efd-a567-be6fb1b3681b" providerId="AD" clId="Web-{856387DC-D5A3-4F31-A0F7-E43E0F5C4930}" dt="2026-05-13T10:52:13.229" v="119" actId="1076"/>
      <pc:docMkLst>
        <pc:docMk/>
      </pc:docMkLst>
      <pc:sldChg chg="modSp">
        <pc:chgData name="Basra, N (Navkaran)" userId="S::navkaran.basra@rabobank.com::93c03b70-87f2-4efd-a567-be6fb1b3681b" providerId="AD" clId="Web-{856387DC-D5A3-4F31-A0F7-E43E0F5C4930}" dt="2026-05-13T10:52:13.229" v="119" actId="1076"/>
        <pc:sldMkLst>
          <pc:docMk/>
          <pc:sldMk cId="0" sldId="267"/>
        </pc:sldMkLst>
        <pc:spChg chg="mod">
          <ac:chgData name="Basra, N (Navkaran)" userId="S::navkaran.basra@rabobank.com::93c03b70-87f2-4efd-a567-be6fb1b3681b" providerId="AD" clId="Web-{856387DC-D5A3-4F31-A0F7-E43E0F5C4930}" dt="2026-05-13T10:51:55.713" v="115" actId="1076"/>
          <ac:spMkLst>
            <pc:docMk/>
            <pc:sldMk cId="0" sldId="267"/>
            <ac:spMk id="2" creationId="{00000000-0000-0000-0000-000000000000}"/>
          </ac:spMkLst>
        </pc:spChg>
        <pc:spChg chg="mod">
          <ac:chgData name="Basra, N (Navkaran)" userId="S::navkaran.basra@rabobank.com::93c03b70-87f2-4efd-a567-be6fb1b3681b" providerId="AD" clId="Web-{856387DC-D5A3-4F31-A0F7-E43E0F5C4930}" dt="2026-05-13T10:52:01.354" v="117" actId="20577"/>
          <ac:spMkLst>
            <pc:docMk/>
            <pc:sldMk cId="0" sldId="267"/>
            <ac:spMk id="3" creationId="{00000000-0000-0000-0000-000000000000}"/>
          </ac:spMkLst>
        </pc:spChg>
        <pc:picChg chg="mod">
          <ac:chgData name="Basra, N (Navkaran)" userId="S::navkaran.basra@rabobank.com::93c03b70-87f2-4efd-a567-be6fb1b3681b" providerId="AD" clId="Web-{856387DC-D5A3-4F31-A0F7-E43E0F5C4930}" dt="2026-05-13T10:52:13.229" v="119" actId="1076"/>
          <ac:picMkLst>
            <pc:docMk/>
            <pc:sldMk cId="0" sldId="267"/>
            <ac:picMk id="4" creationId="{E922DF19-BB03-E51E-C17B-222347E17104}"/>
          </ac:picMkLst>
        </pc:picChg>
      </pc:sldChg>
      <pc:sldChg chg="del">
        <pc:chgData name="Basra, N (Navkaran)" userId="S::navkaran.basra@rabobank.com::93c03b70-87f2-4efd-a567-be6fb1b3681b" providerId="AD" clId="Web-{856387DC-D5A3-4F31-A0F7-E43E0F5C4930}" dt="2026-05-13T10:51:29.321" v="108"/>
        <pc:sldMkLst>
          <pc:docMk/>
          <pc:sldMk cId="3694190811" sldId="272"/>
        </pc:sldMkLst>
      </pc:sldChg>
      <pc:sldChg chg="modSp">
        <pc:chgData name="Basra, N (Navkaran)" userId="S::navkaran.basra@rabobank.com::93c03b70-87f2-4efd-a567-be6fb1b3681b" providerId="AD" clId="Web-{856387DC-D5A3-4F31-A0F7-E43E0F5C4930}" dt="2026-05-13T10:51:24.055" v="107" actId="1076"/>
        <pc:sldMkLst>
          <pc:docMk/>
          <pc:sldMk cId="2584510194" sldId="275"/>
        </pc:sldMkLst>
        <pc:graphicFrameChg chg="mod modGraphic">
          <ac:chgData name="Basra, N (Navkaran)" userId="S::navkaran.basra@rabobank.com::93c03b70-87f2-4efd-a567-be6fb1b3681b" providerId="AD" clId="Web-{856387DC-D5A3-4F31-A0F7-E43E0F5C4930}" dt="2026-05-13T10:51:24.055" v="107" actId="1076"/>
          <ac:graphicFrameMkLst>
            <pc:docMk/>
            <pc:sldMk cId="2584510194" sldId="275"/>
            <ac:graphicFrameMk id="5" creationId="{25D491F4-1CC8-9FAE-9D68-D4F02293A2B8}"/>
          </ac:graphicFrameMkLst>
        </pc:graphicFrameChg>
      </pc:sldChg>
    </pc:docChg>
  </pc:docChgLst>
  <pc:docChgLst>
    <pc:chgData name="Basra, N (Navkaran)" userId="S::navkaran.basra@rabobank.com::93c03b70-87f2-4efd-a567-be6fb1b3681b" providerId="AD" clId="Web-{379121D4-998C-4E87-867D-CB2EACAF29B4}"/>
    <pc:docChg chg="modSld">
      <pc:chgData name="Basra, N (Navkaran)" userId="S::navkaran.basra@rabobank.com::93c03b70-87f2-4efd-a567-be6fb1b3681b" providerId="AD" clId="Web-{379121D4-998C-4E87-867D-CB2EACAF29B4}" dt="2026-05-13T10:46:28.985" v="31" actId="20577"/>
      <pc:docMkLst>
        <pc:docMk/>
      </pc:docMkLst>
      <pc:sldChg chg="addSp delSp modSp">
        <pc:chgData name="Basra, N (Navkaran)" userId="S::navkaran.basra@rabobank.com::93c03b70-87f2-4efd-a567-be6fb1b3681b" providerId="AD" clId="Web-{379121D4-998C-4E87-867D-CB2EACAF29B4}" dt="2026-05-13T10:42:43.540" v="4"/>
        <pc:sldMkLst>
          <pc:docMk/>
          <pc:sldMk cId="0" sldId="256"/>
        </pc:sldMkLst>
        <pc:picChg chg="add del mod">
          <ac:chgData name="Basra, N (Navkaran)" userId="S::navkaran.basra@rabobank.com::93c03b70-87f2-4efd-a567-be6fb1b3681b" providerId="AD" clId="Web-{379121D4-998C-4E87-867D-CB2EACAF29B4}" dt="2026-05-13T10:42:43.540" v="4"/>
          <ac:picMkLst>
            <pc:docMk/>
            <pc:sldMk cId="0" sldId="256"/>
            <ac:picMk id="18" creationId="{D2C83D54-CDEA-56DD-007D-CEEED7E896D0}"/>
          </ac:picMkLst>
        </pc:picChg>
      </pc:sldChg>
      <pc:sldChg chg="addSp delSp modSp">
        <pc:chgData name="Basra, N (Navkaran)" userId="S::navkaran.basra@rabobank.com::93c03b70-87f2-4efd-a567-be6fb1b3681b" providerId="AD" clId="Web-{379121D4-998C-4E87-867D-CB2EACAF29B4}" dt="2026-05-13T10:43:33.322" v="14" actId="1076"/>
        <pc:sldMkLst>
          <pc:docMk/>
          <pc:sldMk cId="0" sldId="271"/>
        </pc:sldMkLst>
        <pc:spChg chg="add del mod">
          <ac:chgData name="Basra, N (Navkaran)" userId="S::navkaran.basra@rabobank.com::93c03b70-87f2-4efd-a567-be6fb1b3681b" providerId="AD" clId="Web-{379121D4-998C-4E87-867D-CB2EACAF29B4}" dt="2026-05-13T10:43:20.416" v="12"/>
          <ac:spMkLst>
            <pc:docMk/>
            <pc:sldMk cId="0" sldId="271"/>
            <ac:spMk id="10" creationId="{F3AC297F-A1F7-DE82-6E43-37F6D0E2F7D3}"/>
          </ac:spMkLst>
        </pc:spChg>
        <pc:graphicFrameChg chg="add del mod">
          <ac:chgData name="Basra, N (Navkaran)" userId="S::navkaran.basra@rabobank.com::93c03b70-87f2-4efd-a567-be6fb1b3681b" providerId="AD" clId="Web-{379121D4-998C-4E87-867D-CB2EACAF29B4}" dt="2026-05-13T10:43:21.947" v="13" actId="1076"/>
          <ac:graphicFrameMkLst>
            <pc:docMk/>
            <pc:sldMk cId="0" sldId="271"/>
            <ac:graphicFrameMk id="5" creationId="{D5DC7219-D260-6601-FEE4-209E1DA8FE2C}"/>
          </ac:graphicFrameMkLst>
        </pc:graphicFrameChg>
        <pc:picChg chg="add mod">
          <ac:chgData name="Basra, N (Navkaran)" userId="S::navkaran.basra@rabobank.com::93c03b70-87f2-4efd-a567-be6fb1b3681b" providerId="AD" clId="Web-{379121D4-998C-4E87-867D-CB2EACAF29B4}" dt="2026-05-13T10:43:33.322" v="14" actId="1076"/>
          <ac:picMkLst>
            <pc:docMk/>
            <pc:sldMk cId="0" sldId="271"/>
            <ac:picMk id="3" creationId="{1F67172B-6BD9-B970-D64A-92A4891AC618}"/>
          </ac:picMkLst>
        </pc:picChg>
      </pc:sldChg>
      <pc:sldChg chg="modSp">
        <pc:chgData name="Basra, N (Navkaran)" userId="S::navkaran.basra@rabobank.com::93c03b70-87f2-4efd-a567-be6fb1b3681b" providerId="AD" clId="Web-{379121D4-998C-4E87-867D-CB2EACAF29B4}" dt="2026-05-13T10:46:28.985" v="31" actId="20577"/>
        <pc:sldMkLst>
          <pc:docMk/>
          <pc:sldMk cId="3694190811" sldId="272"/>
        </pc:sldMkLst>
        <pc:spChg chg="mod">
          <ac:chgData name="Basra, N (Navkaran)" userId="S::navkaran.basra@rabobank.com::93c03b70-87f2-4efd-a567-be6fb1b3681b" providerId="AD" clId="Web-{379121D4-998C-4E87-867D-CB2EACAF29B4}" dt="2026-05-13T10:46:28.985" v="31" actId="20577"/>
          <ac:spMkLst>
            <pc:docMk/>
            <pc:sldMk cId="3694190811" sldId="272"/>
            <ac:spMk id="21" creationId="{31D29A52-D77F-1786-1D28-B8B27DD18EED}"/>
          </ac:spMkLst>
        </pc:spChg>
      </pc:sldChg>
      <pc:sldChg chg="addSp modSp">
        <pc:chgData name="Basra, N (Navkaran)" userId="S::navkaran.basra@rabobank.com::93c03b70-87f2-4efd-a567-be6fb1b3681b" providerId="AD" clId="Web-{379121D4-998C-4E87-867D-CB2EACAF29B4}" dt="2026-05-13T10:43:02.743" v="8" actId="1076"/>
        <pc:sldMkLst>
          <pc:docMk/>
          <pc:sldMk cId="1254010977" sldId="274"/>
        </pc:sldMkLst>
        <pc:picChg chg="add mod">
          <ac:chgData name="Basra, N (Navkaran)" userId="S::navkaran.basra@rabobank.com::93c03b70-87f2-4efd-a567-be6fb1b3681b" providerId="AD" clId="Web-{379121D4-998C-4E87-867D-CB2EACAF29B4}" dt="2026-05-13T10:43:02.743" v="8" actId="1076"/>
          <ac:picMkLst>
            <pc:docMk/>
            <pc:sldMk cId="1254010977" sldId="274"/>
            <ac:picMk id="4" creationId="{501D99BC-797C-C3A8-C8AD-DB531831D210}"/>
          </ac:picMkLst>
        </pc:picChg>
      </pc:sldChg>
    </pc:docChg>
  </pc:docChgLst>
  <pc:docChgLst>
    <pc:chgData name="Basra, N (Navkaran)" userId="S::navkaran.basra@rabobank.com::93c03b70-87f2-4efd-a567-be6fb1b3681b" providerId="AD" clId="Web-{EA45FB36-1CA5-469F-898A-C4584276D742}"/>
    <pc:docChg chg="modSld">
      <pc:chgData name="Basra, N (Navkaran)" userId="S::navkaran.basra@rabobank.com::93c03b70-87f2-4efd-a567-be6fb1b3681b" providerId="AD" clId="Web-{EA45FB36-1CA5-469F-898A-C4584276D742}" dt="2026-05-13T11:09:51.156" v="19" actId="20577"/>
      <pc:docMkLst>
        <pc:docMk/>
      </pc:docMkLst>
      <pc:sldChg chg="addSp modSp">
        <pc:chgData name="Basra, N (Navkaran)" userId="S::navkaran.basra@rabobank.com::93c03b70-87f2-4efd-a567-be6fb1b3681b" providerId="AD" clId="Web-{EA45FB36-1CA5-469F-898A-C4584276D742}" dt="2026-05-13T11:07:44.511" v="18" actId="1076"/>
        <pc:sldMkLst>
          <pc:docMk/>
          <pc:sldMk cId="0" sldId="256"/>
        </pc:sldMkLst>
        <pc:graphicFrameChg chg="mod">
          <ac:chgData name="Basra, N (Navkaran)" userId="S::navkaran.basra@rabobank.com::93c03b70-87f2-4efd-a567-be6fb1b3681b" providerId="AD" clId="Web-{EA45FB36-1CA5-469F-898A-C4584276D742}" dt="2026-05-13T11:07:33.058" v="16" actId="1076"/>
          <ac:graphicFrameMkLst>
            <pc:docMk/>
            <pc:sldMk cId="0" sldId="256"/>
            <ac:graphicFrameMk id="7" creationId="{E438525E-FAD2-0341-B95C-20FCBC203F2C}"/>
          </ac:graphicFrameMkLst>
        </pc:graphicFrameChg>
        <pc:picChg chg="add mod">
          <ac:chgData name="Basra, N (Navkaran)" userId="S::navkaran.basra@rabobank.com::93c03b70-87f2-4efd-a567-be6fb1b3681b" providerId="AD" clId="Web-{EA45FB36-1CA5-469F-898A-C4584276D742}" dt="2026-05-13T11:07:44.511" v="18" actId="1076"/>
          <ac:picMkLst>
            <pc:docMk/>
            <pc:sldMk cId="0" sldId="256"/>
            <ac:picMk id="25" creationId="{20F2BB9C-DA8F-0B6B-49CE-FE9FC0CAD1BD}"/>
          </ac:picMkLst>
        </pc:picChg>
      </pc:sldChg>
      <pc:sldChg chg="modSp">
        <pc:chgData name="Basra, N (Navkaran)" userId="S::navkaran.basra@rabobank.com::93c03b70-87f2-4efd-a567-be6fb1b3681b" providerId="AD" clId="Web-{EA45FB36-1CA5-469F-898A-C4584276D742}" dt="2026-05-13T11:09:51.156" v="19" actId="20577"/>
        <pc:sldMkLst>
          <pc:docMk/>
          <pc:sldMk cId="0" sldId="270"/>
        </pc:sldMkLst>
        <pc:spChg chg="mod">
          <ac:chgData name="Basra, N (Navkaran)" userId="S::navkaran.basra@rabobank.com::93c03b70-87f2-4efd-a567-be6fb1b3681b" providerId="AD" clId="Web-{EA45FB36-1CA5-469F-898A-C4584276D742}" dt="2026-05-13T11:09:51.156" v="19" actId="20577"/>
          <ac:spMkLst>
            <pc:docMk/>
            <pc:sldMk cId="0" sldId="270"/>
            <ac:spMk id="2" creationId="{00000000-0000-0000-0000-000000000000}"/>
          </ac:spMkLst>
        </pc:spChg>
      </pc:sldChg>
      <pc:sldChg chg="modSp">
        <pc:chgData name="Basra, N (Navkaran)" userId="S::navkaran.basra@rabobank.com::93c03b70-87f2-4efd-a567-be6fb1b3681b" providerId="AD" clId="Web-{EA45FB36-1CA5-469F-898A-C4584276D742}" dt="2026-05-13T11:07:10.823" v="15"/>
        <pc:sldMkLst>
          <pc:docMk/>
          <pc:sldMk cId="2584510194" sldId="275"/>
        </pc:sldMkLst>
        <pc:graphicFrameChg chg="mod modGraphic">
          <ac:chgData name="Basra, N (Navkaran)" userId="S::navkaran.basra@rabobank.com::93c03b70-87f2-4efd-a567-be6fb1b3681b" providerId="AD" clId="Web-{EA45FB36-1CA5-469F-898A-C4584276D742}" dt="2026-05-13T11:07:10.823" v="15"/>
          <ac:graphicFrameMkLst>
            <pc:docMk/>
            <pc:sldMk cId="2584510194" sldId="275"/>
            <ac:graphicFrameMk id="5" creationId="{25D491F4-1CC8-9FAE-9D68-D4F02293A2B8}"/>
          </ac:graphicFrameMkLst>
        </pc:graphicFrameChg>
      </pc:sldChg>
    </pc:docChg>
  </pc:docChgLst>
  <pc:docChgLst>
    <pc:chgData name="Basra, N (Navkaran)" userId="S::navkaran.basra@rabobank.com::93c03b70-87f2-4efd-a567-be6fb1b3681b" providerId="AD" clId="Web-{B3C0E9A3-85F5-4EBF-9E1B-E9EE33E4E002}"/>
    <pc:docChg chg="delSld modSld">
      <pc:chgData name="Basra, N (Navkaran)" userId="S::navkaran.basra@rabobank.com::93c03b70-87f2-4efd-a567-be6fb1b3681b" providerId="AD" clId="Web-{B3C0E9A3-85F5-4EBF-9E1B-E9EE33E4E002}" dt="2026-05-13T11:03:37.209" v="54"/>
      <pc:docMkLst>
        <pc:docMk/>
      </pc:docMkLst>
      <pc:sldChg chg="addSp modSp">
        <pc:chgData name="Basra, N (Navkaran)" userId="S::navkaran.basra@rabobank.com::93c03b70-87f2-4efd-a567-be6fb1b3681b" providerId="AD" clId="Web-{B3C0E9A3-85F5-4EBF-9E1B-E9EE33E4E002}" dt="2026-05-13T11:03:20.536" v="53"/>
        <pc:sldMkLst>
          <pc:docMk/>
          <pc:sldMk cId="0" sldId="268"/>
        </pc:sldMkLst>
        <pc:graphicFrameChg chg="mod modGraphic">
          <ac:chgData name="Basra, N (Navkaran)" userId="S::navkaran.basra@rabobank.com::93c03b70-87f2-4efd-a567-be6fb1b3681b" providerId="AD" clId="Web-{B3C0E9A3-85F5-4EBF-9E1B-E9EE33E4E002}" dt="2026-05-13T11:00:38.796" v="33" actId="1076"/>
          <ac:graphicFrameMkLst>
            <pc:docMk/>
            <pc:sldMk cId="0" sldId="268"/>
            <ac:graphicFrameMk id="40" creationId="{9647811F-6F50-7260-6B89-C99AB5BF7794}"/>
          </ac:graphicFrameMkLst>
        </pc:graphicFrameChg>
        <pc:graphicFrameChg chg="add mod modGraphic">
          <ac:chgData name="Basra, N (Navkaran)" userId="S::navkaran.basra@rabobank.com::93c03b70-87f2-4efd-a567-be6fb1b3681b" providerId="AD" clId="Web-{B3C0E9A3-85F5-4EBF-9E1B-E9EE33E4E002}" dt="2026-05-13T11:03:20.536" v="53"/>
          <ac:graphicFrameMkLst>
            <pc:docMk/>
            <pc:sldMk cId="0" sldId="268"/>
            <ac:graphicFrameMk id="276" creationId="{917241C5-4F41-FA5E-1C18-2D9A4DB5B28B}"/>
          </ac:graphicFrameMkLst>
        </pc:graphicFrameChg>
      </pc:sldChg>
      <pc:sldChg chg="del">
        <pc:chgData name="Basra, N (Navkaran)" userId="S::navkaran.basra@rabobank.com::93c03b70-87f2-4efd-a567-be6fb1b3681b" providerId="AD" clId="Web-{B3C0E9A3-85F5-4EBF-9E1B-E9EE33E4E002}" dt="2026-05-13T11:03:37.209" v="54"/>
        <pc:sldMkLst>
          <pc:docMk/>
          <pc:sldMk cId="228425705" sldId="273"/>
        </pc:sldMkLst>
      </pc:sldChg>
    </pc:docChg>
  </pc:docChgLst>
  <pc:docChgLst>
    <pc:chgData name="Williams, D (Delfryn)" userId="844a3f8c-eeab-4615-b394-0bfeae20a6f1" providerId="ADAL" clId="{372F6243-0384-4B21-A38B-0B10301FE7A8}"/>
    <pc:docChg chg="delSld">
      <pc:chgData name="Williams, D (Delfryn)" userId="844a3f8c-eeab-4615-b394-0bfeae20a6f1" providerId="ADAL" clId="{372F6243-0384-4B21-A38B-0B10301FE7A8}" dt="2026-05-13T12:39:47.130" v="9" actId="47"/>
      <pc:docMkLst>
        <pc:docMk/>
      </pc:docMkLst>
      <pc:sldChg chg="del">
        <pc:chgData name="Williams, D (Delfryn)" userId="844a3f8c-eeab-4615-b394-0bfeae20a6f1" providerId="ADAL" clId="{372F6243-0384-4B21-A38B-0B10301FE7A8}" dt="2026-05-13T12:37:40.998" v="0" actId="2696"/>
        <pc:sldMkLst>
          <pc:docMk/>
          <pc:sldMk cId="75400812" sldId="275"/>
        </pc:sldMkLst>
      </pc:sldChg>
      <pc:sldChg chg="del">
        <pc:chgData name="Williams, D (Delfryn)" userId="844a3f8c-eeab-4615-b394-0bfeae20a6f1" providerId="ADAL" clId="{372F6243-0384-4B21-A38B-0B10301FE7A8}" dt="2026-05-13T12:37:49.570" v="1" actId="2696"/>
        <pc:sldMkLst>
          <pc:docMk/>
          <pc:sldMk cId="2225708402" sldId="276"/>
        </pc:sldMkLst>
      </pc:sldChg>
      <pc:sldChg chg="del">
        <pc:chgData name="Williams, D (Delfryn)" userId="844a3f8c-eeab-4615-b394-0bfeae20a6f1" providerId="ADAL" clId="{372F6243-0384-4B21-A38B-0B10301FE7A8}" dt="2026-05-13T12:37:49.570" v="1" actId="2696"/>
        <pc:sldMkLst>
          <pc:docMk/>
          <pc:sldMk cId="3172176119" sldId="277"/>
        </pc:sldMkLst>
      </pc:sldChg>
      <pc:sldChg chg="del">
        <pc:chgData name="Williams, D (Delfryn)" userId="844a3f8c-eeab-4615-b394-0bfeae20a6f1" providerId="ADAL" clId="{372F6243-0384-4B21-A38B-0B10301FE7A8}" dt="2026-05-13T12:37:49.570" v="1" actId="2696"/>
        <pc:sldMkLst>
          <pc:docMk/>
          <pc:sldMk cId="3962379868" sldId="278"/>
        </pc:sldMkLst>
      </pc:sldChg>
      <pc:sldChg chg="del">
        <pc:chgData name="Williams, D (Delfryn)" userId="844a3f8c-eeab-4615-b394-0bfeae20a6f1" providerId="ADAL" clId="{372F6243-0384-4B21-A38B-0B10301FE7A8}" dt="2026-05-13T12:37:49.570" v="1" actId="2696"/>
        <pc:sldMkLst>
          <pc:docMk/>
          <pc:sldMk cId="1376817848" sldId="279"/>
        </pc:sldMkLst>
      </pc:sldChg>
      <pc:sldChg chg="del">
        <pc:chgData name="Williams, D (Delfryn)" userId="844a3f8c-eeab-4615-b394-0bfeae20a6f1" providerId="ADAL" clId="{372F6243-0384-4B21-A38B-0B10301FE7A8}" dt="2026-05-13T12:37:49.570" v="1" actId="2696"/>
        <pc:sldMkLst>
          <pc:docMk/>
          <pc:sldMk cId="1423976217" sldId="280"/>
        </pc:sldMkLst>
      </pc:sldChg>
      <pc:sldChg chg="del">
        <pc:chgData name="Williams, D (Delfryn)" userId="844a3f8c-eeab-4615-b394-0bfeae20a6f1" providerId="ADAL" clId="{372F6243-0384-4B21-A38B-0B10301FE7A8}" dt="2026-05-13T12:37:49.570" v="1" actId="2696"/>
        <pc:sldMkLst>
          <pc:docMk/>
          <pc:sldMk cId="1468262721" sldId="281"/>
        </pc:sldMkLst>
      </pc:sldChg>
      <pc:sldChg chg="del">
        <pc:chgData name="Williams, D (Delfryn)" userId="844a3f8c-eeab-4615-b394-0bfeae20a6f1" providerId="ADAL" clId="{372F6243-0384-4B21-A38B-0B10301FE7A8}" dt="2026-05-13T12:37:49.570" v="1" actId="2696"/>
        <pc:sldMkLst>
          <pc:docMk/>
          <pc:sldMk cId="2611939515" sldId="282"/>
        </pc:sldMkLst>
      </pc:sldChg>
      <pc:sldChg chg="del">
        <pc:chgData name="Williams, D (Delfryn)" userId="844a3f8c-eeab-4615-b394-0bfeae20a6f1" providerId="ADAL" clId="{372F6243-0384-4B21-A38B-0B10301FE7A8}" dt="2026-05-13T12:37:49.570" v="1" actId="2696"/>
        <pc:sldMkLst>
          <pc:docMk/>
          <pc:sldMk cId="2138135103" sldId="283"/>
        </pc:sldMkLst>
      </pc:sldChg>
      <pc:sldChg chg="del">
        <pc:chgData name="Williams, D (Delfryn)" userId="844a3f8c-eeab-4615-b394-0bfeae20a6f1" providerId="ADAL" clId="{372F6243-0384-4B21-A38B-0B10301FE7A8}" dt="2026-05-13T12:37:49.570" v="1" actId="2696"/>
        <pc:sldMkLst>
          <pc:docMk/>
          <pc:sldMk cId="2481377454" sldId="284"/>
        </pc:sldMkLst>
      </pc:sldChg>
      <pc:sldChg chg="del">
        <pc:chgData name="Williams, D (Delfryn)" userId="844a3f8c-eeab-4615-b394-0bfeae20a6f1" providerId="ADAL" clId="{372F6243-0384-4B21-A38B-0B10301FE7A8}" dt="2026-05-13T12:37:49.570" v="1" actId="2696"/>
        <pc:sldMkLst>
          <pc:docMk/>
          <pc:sldMk cId="1252530104" sldId="285"/>
        </pc:sldMkLst>
      </pc:sldChg>
      <pc:sldChg chg="del">
        <pc:chgData name="Williams, D (Delfryn)" userId="844a3f8c-eeab-4615-b394-0bfeae20a6f1" providerId="ADAL" clId="{372F6243-0384-4B21-A38B-0B10301FE7A8}" dt="2026-05-13T12:37:49.570" v="1" actId="2696"/>
        <pc:sldMkLst>
          <pc:docMk/>
          <pc:sldMk cId="1195617174" sldId="286"/>
        </pc:sldMkLst>
      </pc:sldChg>
      <pc:sldChg chg="del">
        <pc:chgData name="Williams, D (Delfryn)" userId="844a3f8c-eeab-4615-b394-0bfeae20a6f1" providerId="ADAL" clId="{372F6243-0384-4B21-A38B-0B10301FE7A8}" dt="2026-05-13T12:38:09.947" v="2" actId="2696"/>
        <pc:sldMkLst>
          <pc:docMk/>
          <pc:sldMk cId="1142837437" sldId="287"/>
        </pc:sldMkLst>
      </pc:sldChg>
      <pc:sldChg chg="del">
        <pc:chgData name="Williams, D (Delfryn)" userId="844a3f8c-eeab-4615-b394-0bfeae20a6f1" providerId="ADAL" clId="{372F6243-0384-4B21-A38B-0B10301FE7A8}" dt="2026-05-13T12:38:09.947" v="2" actId="2696"/>
        <pc:sldMkLst>
          <pc:docMk/>
          <pc:sldMk cId="2866074492" sldId="288"/>
        </pc:sldMkLst>
      </pc:sldChg>
      <pc:sldChg chg="del">
        <pc:chgData name="Williams, D (Delfryn)" userId="844a3f8c-eeab-4615-b394-0bfeae20a6f1" providerId="ADAL" clId="{372F6243-0384-4B21-A38B-0B10301FE7A8}" dt="2026-05-13T12:38:09.947" v="2" actId="2696"/>
        <pc:sldMkLst>
          <pc:docMk/>
          <pc:sldMk cId="3871826201" sldId="289"/>
        </pc:sldMkLst>
      </pc:sldChg>
      <pc:sldChg chg="del">
        <pc:chgData name="Williams, D (Delfryn)" userId="844a3f8c-eeab-4615-b394-0bfeae20a6f1" providerId="ADAL" clId="{372F6243-0384-4B21-A38B-0B10301FE7A8}" dt="2026-05-13T12:38:09.947" v="2" actId="2696"/>
        <pc:sldMkLst>
          <pc:docMk/>
          <pc:sldMk cId="247908859" sldId="290"/>
        </pc:sldMkLst>
      </pc:sldChg>
      <pc:sldChg chg="del">
        <pc:chgData name="Williams, D (Delfryn)" userId="844a3f8c-eeab-4615-b394-0bfeae20a6f1" providerId="ADAL" clId="{372F6243-0384-4B21-A38B-0B10301FE7A8}" dt="2026-05-13T12:38:27.106" v="3" actId="2696"/>
        <pc:sldMkLst>
          <pc:docMk/>
          <pc:sldMk cId="777453027" sldId="291"/>
        </pc:sldMkLst>
      </pc:sldChg>
      <pc:sldChg chg="del">
        <pc:chgData name="Williams, D (Delfryn)" userId="844a3f8c-eeab-4615-b394-0bfeae20a6f1" providerId="ADAL" clId="{372F6243-0384-4B21-A38B-0B10301FE7A8}" dt="2026-05-13T12:38:27.106" v="3" actId="2696"/>
        <pc:sldMkLst>
          <pc:docMk/>
          <pc:sldMk cId="3488271792" sldId="292"/>
        </pc:sldMkLst>
      </pc:sldChg>
      <pc:sldChg chg="del">
        <pc:chgData name="Williams, D (Delfryn)" userId="844a3f8c-eeab-4615-b394-0bfeae20a6f1" providerId="ADAL" clId="{372F6243-0384-4B21-A38B-0B10301FE7A8}" dt="2026-05-13T12:38:27.106" v="3" actId="2696"/>
        <pc:sldMkLst>
          <pc:docMk/>
          <pc:sldMk cId="527863736" sldId="293"/>
        </pc:sldMkLst>
      </pc:sldChg>
      <pc:sldChg chg="del">
        <pc:chgData name="Williams, D (Delfryn)" userId="844a3f8c-eeab-4615-b394-0bfeae20a6f1" providerId="ADAL" clId="{372F6243-0384-4B21-A38B-0B10301FE7A8}" dt="2026-05-13T12:38:27.106" v="3" actId="2696"/>
        <pc:sldMkLst>
          <pc:docMk/>
          <pc:sldMk cId="876077292" sldId="294"/>
        </pc:sldMkLst>
      </pc:sldChg>
      <pc:sldChg chg="del">
        <pc:chgData name="Williams, D (Delfryn)" userId="844a3f8c-eeab-4615-b394-0bfeae20a6f1" providerId="ADAL" clId="{372F6243-0384-4B21-A38B-0B10301FE7A8}" dt="2026-05-13T12:38:27.106" v="3" actId="2696"/>
        <pc:sldMkLst>
          <pc:docMk/>
          <pc:sldMk cId="1383241786" sldId="295"/>
        </pc:sldMkLst>
      </pc:sldChg>
      <pc:sldChg chg="del">
        <pc:chgData name="Williams, D (Delfryn)" userId="844a3f8c-eeab-4615-b394-0bfeae20a6f1" providerId="ADAL" clId="{372F6243-0384-4B21-A38B-0B10301FE7A8}" dt="2026-05-13T12:38:27.106" v="3" actId="2696"/>
        <pc:sldMkLst>
          <pc:docMk/>
          <pc:sldMk cId="577960440" sldId="296"/>
        </pc:sldMkLst>
      </pc:sldChg>
      <pc:sldChg chg="del">
        <pc:chgData name="Williams, D (Delfryn)" userId="844a3f8c-eeab-4615-b394-0bfeae20a6f1" providerId="ADAL" clId="{372F6243-0384-4B21-A38B-0B10301FE7A8}" dt="2026-05-13T12:38:27.106" v="3" actId="2696"/>
        <pc:sldMkLst>
          <pc:docMk/>
          <pc:sldMk cId="2413282204" sldId="297"/>
        </pc:sldMkLst>
      </pc:sldChg>
      <pc:sldChg chg="del">
        <pc:chgData name="Williams, D (Delfryn)" userId="844a3f8c-eeab-4615-b394-0bfeae20a6f1" providerId="ADAL" clId="{372F6243-0384-4B21-A38B-0B10301FE7A8}" dt="2026-05-13T12:38:27.106" v="3" actId="2696"/>
        <pc:sldMkLst>
          <pc:docMk/>
          <pc:sldMk cId="4204903172" sldId="298"/>
        </pc:sldMkLst>
      </pc:sldChg>
      <pc:sldChg chg="del">
        <pc:chgData name="Williams, D (Delfryn)" userId="844a3f8c-eeab-4615-b394-0bfeae20a6f1" providerId="ADAL" clId="{372F6243-0384-4B21-A38B-0B10301FE7A8}" dt="2026-05-13T12:38:27.106" v="3" actId="2696"/>
        <pc:sldMkLst>
          <pc:docMk/>
          <pc:sldMk cId="662047059" sldId="299"/>
        </pc:sldMkLst>
      </pc:sldChg>
      <pc:sldChg chg="del">
        <pc:chgData name="Williams, D (Delfryn)" userId="844a3f8c-eeab-4615-b394-0bfeae20a6f1" providerId="ADAL" clId="{372F6243-0384-4B21-A38B-0B10301FE7A8}" dt="2026-05-13T12:38:27.106" v="3" actId="2696"/>
        <pc:sldMkLst>
          <pc:docMk/>
          <pc:sldMk cId="4237649405" sldId="300"/>
        </pc:sldMkLst>
      </pc:sldChg>
      <pc:sldChg chg="del">
        <pc:chgData name="Williams, D (Delfryn)" userId="844a3f8c-eeab-4615-b394-0bfeae20a6f1" providerId="ADAL" clId="{372F6243-0384-4B21-A38B-0B10301FE7A8}" dt="2026-05-13T12:38:39.685" v="4" actId="2696"/>
        <pc:sldMkLst>
          <pc:docMk/>
          <pc:sldMk cId="1989566260" sldId="301"/>
        </pc:sldMkLst>
      </pc:sldChg>
      <pc:sldChg chg="del">
        <pc:chgData name="Williams, D (Delfryn)" userId="844a3f8c-eeab-4615-b394-0bfeae20a6f1" providerId="ADAL" clId="{372F6243-0384-4B21-A38B-0B10301FE7A8}" dt="2026-05-13T12:38:39.685" v="4" actId="2696"/>
        <pc:sldMkLst>
          <pc:docMk/>
          <pc:sldMk cId="1756276968" sldId="302"/>
        </pc:sldMkLst>
      </pc:sldChg>
      <pc:sldChg chg="del">
        <pc:chgData name="Williams, D (Delfryn)" userId="844a3f8c-eeab-4615-b394-0bfeae20a6f1" providerId="ADAL" clId="{372F6243-0384-4B21-A38B-0B10301FE7A8}" dt="2026-05-13T12:38:39.685" v="4" actId="2696"/>
        <pc:sldMkLst>
          <pc:docMk/>
          <pc:sldMk cId="1965724479" sldId="303"/>
        </pc:sldMkLst>
      </pc:sldChg>
      <pc:sldChg chg="del">
        <pc:chgData name="Williams, D (Delfryn)" userId="844a3f8c-eeab-4615-b394-0bfeae20a6f1" providerId="ADAL" clId="{372F6243-0384-4B21-A38B-0B10301FE7A8}" dt="2026-05-13T12:38:39.685" v="4" actId="2696"/>
        <pc:sldMkLst>
          <pc:docMk/>
          <pc:sldMk cId="1558591309" sldId="304"/>
        </pc:sldMkLst>
      </pc:sldChg>
      <pc:sldChg chg="del">
        <pc:chgData name="Williams, D (Delfryn)" userId="844a3f8c-eeab-4615-b394-0bfeae20a6f1" providerId="ADAL" clId="{372F6243-0384-4B21-A38B-0B10301FE7A8}" dt="2026-05-13T12:38:39.685" v="4" actId="2696"/>
        <pc:sldMkLst>
          <pc:docMk/>
          <pc:sldMk cId="2461405063" sldId="305"/>
        </pc:sldMkLst>
      </pc:sldChg>
      <pc:sldChg chg="del">
        <pc:chgData name="Williams, D (Delfryn)" userId="844a3f8c-eeab-4615-b394-0bfeae20a6f1" providerId="ADAL" clId="{372F6243-0384-4B21-A38B-0B10301FE7A8}" dt="2026-05-13T12:38:39.685" v="4" actId="2696"/>
        <pc:sldMkLst>
          <pc:docMk/>
          <pc:sldMk cId="1112686549" sldId="306"/>
        </pc:sldMkLst>
      </pc:sldChg>
      <pc:sldChg chg="del">
        <pc:chgData name="Williams, D (Delfryn)" userId="844a3f8c-eeab-4615-b394-0bfeae20a6f1" providerId="ADAL" clId="{372F6243-0384-4B21-A38B-0B10301FE7A8}" dt="2026-05-13T12:38:39.685" v="4" actId="2696"/>
        <pc:sldMkLst>
          <pc:docMk/>
          <pc:sldMk cId="3879598148" sldId="307"/>
        </pc:sldMkLst>
      </pc:sldChg>
      <pc:sldChg chg="del">
        <pc:chgData name="Williams, D (Delfryn)" userId="844a3f8c-eeab-4615-b394-0bfeae20a6f1" providerId="ADAL" clId="{372F6243-0384-4B21-A38B-0B10301FE7A8}" dt="2026-05-13T12:38:39.685" v="4" actId="2696"/>
        <pc:sldMkLst>
          <pc:docMk/>
          <pc:sldMk cId="2959126531" sldId="308"/>
        </pc:sldMkLst>
      </pc:sldChg>
      <pc:sldChg chg="del">
        <pc:chgData name="Williams, D (Delfryn)" userId="844a3f8c-eeab-4615-b394-0bfeae20a6f1" providerId="ADAL" clId="{372F6243-0384-4B21-A38B-0B10301FE7A8}" dt="2026-05-13T12:38:39.685" v="4" actId="2696"/>
        <pc:sldMkLst>
          <pc:docMk/>
          <pc:sldMk cId="2724715410" sldId="309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758230746" sldId="310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754045580" sldId="311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1367572365" sldId="312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1752480145" sldId="313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1711264740" sldId="314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1638933551" sldId="315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3878803273" sldId="316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2903975075" sldId="317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710615416" sldId="318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2456586213" sldId="319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3284063351" sldId="320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3238687925" sldId="321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3611061032" sldId="322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1034552801" sldId="323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953537607" sldId="324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1259061727" sldId="325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2133258861" sldId="326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1498505787" sldId="327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148073044" sldId="328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165507804" sldId="329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3709052873" sldId="330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471124271" sldId="331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4268378349" sldId="332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4034329790" sldId="333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1131967764" sldId="334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2235074671" sldId="335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2111253884" sldId="336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2573771313" sldId="337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868376242" sldId="338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3039944359" sldId="339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3906487331" sldId="340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953691946" sldId="341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3729306316" sldId="342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3253571159" sldId="343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3736198395" sldId="344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2313207407" sldId="345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3919487206" sldId="346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2220342949" sldId="347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3512960082" sldId="348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2000691846" sldId="349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2735397342" sldId="350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4155918478" sldId="351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3126786190" sldId="352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2250066716" sldId="353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2400102660" sldId="354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418138040" sldId="355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3450997460" sldId="356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1966696745" sldId="357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3125114477" sldId="358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819433560" sldId="359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3438247903" sldId="360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1729058427" sldId="361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1128429700" sldId="362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575235949" sldId="363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435632610" sldId="364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2210433144" sldId="365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1653728408" sldId="366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2150058378" sldId="367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3041395824" sldId="368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1459602146" sldId="369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4155328758" sldId="370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1173856107" sldId="371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1969647006" sldId="372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1462875301" sldId="373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3923621605" sldId="374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1960771554" sldId="375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70928084" sldId="376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2929946940" sldId="377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2747509128" sldId="378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335570225" sldId="379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2946086186" sldId="380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3843133591" sldId="381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2300135798" sldId="382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2191079172" sldId="383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3568407895" sldId="384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2087563802" sldId="385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3372582924" sldId="386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4270985228" sldId="387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2404626187" sldId="388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3070735912" sldId="389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4073112480" sldId="390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256601379" sldId="391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1118904674" sldId="392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3804935725" sldId="393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1151031083" sldId="394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872499637" sldId="395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3319486384" sldId="396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3937973475" sldId="397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1372375341" sldId="398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1579818075" sldId="399"/>
        </pc:sldMkLst>
      </pc:sldChg>
      <pc:sldChg chg="del">
        <pc:chgData name="Williams, D (Delfryn)" userId="844a3f8c-eeab-4615-b394-0bfeae20a6f1" providerId="ADAL" clId="{372F6243-0384-4B21-A38B-0B10301FE7A8}" dt="2026-05-13T12:39:15.899" v="5" actId="2696"/>
        <pc:sldMkLst>
          <pc:docMk/>
          <pc:sldMk cId="2097247538" sldId="400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1109602043" sldId="401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3226951758" sldId="402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181648534" sldId="403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3541556256" sldId="404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2062297280" sldId="405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1013001629" sldId="406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3162783357" sldId="407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3198475098" sldId="408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989912237" sldId="409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1766168341" sldId="410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1358168412" sldId="411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1147659908" sldId="412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1952610421" sldId="413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909339621" sldId="414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2768484938" sldId="415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1866746262" sldId="416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196895780" sldId="417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2476291573" sldId="418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9687940" sldId="419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3811167596" sldId="420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3085302883" sldId="421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1962575134" sldId="422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1416743509" sldId="423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3176802943" sldId="424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3484426821" sldId="425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3023381127" sldId="426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2681308773" sldId="427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251843599" sldId="428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772575965" sldId="429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3557775382" sldId="430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1265281826" sldId="431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1645620198" sldId="432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22099241" sldId="433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3104264807" sldId="434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2073177363" sldId="435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3544640841" sldId="436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2605679711" sldId="437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1800901502" sldId="438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3353064711" sldId="439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3026979976" sldId="440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4213250947" sldId="441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2225810789" sldId="442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3225592371" sldId="443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1772438550" sldId="444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964056919" sldId="445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2471719169" sldId="446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2174763569" sldId="447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2501779743" sldId="448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909686228" sldId="449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3157285336" sldId="450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2769927016" sldId="451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339781352" sldId="452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1556464979" sldId="453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2298155432" sldId="454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998547025" sldId="455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4009408384" sldId="456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281477160" sldId="457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2748225847" sldId="458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2810646603" sldId="459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2927325754" sldId="460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1622553828" sldId="461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33533428" sldId="462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1634246325" sldId="463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2295879375" sldId="464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673810792" sldId="465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2350975847" sldId="466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1976765373" sldId="467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164275507" sldId="468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342682076" sldId="469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1294785359" sldId="470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2107649105" sldId="471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200799183" sldId="472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2441834819" sldId="473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1713170222" sldId="474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4032038323" sldId="475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3984097210" sldId="476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1263808964" sldId="477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369686144" sldId="478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3858622264" sldId="479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3214862073" sldId="480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460411981" sldId="481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3213430331" sldId="482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1466266149" sldId="483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596668097" sldId="484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1876583025" sldId="485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2945145243" sldId="486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2968600757" sldId="487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3250100875" sldId="488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1253328996" sldId="489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1898868841" sldId="490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2247675342" sldId="491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300317210" sldId="492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3673887152" sldId="493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2357736187" sldId="494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371427827" sldId="495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774689725" sldId="496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1459542834" sldId="497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3431187366" sldId="498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3845052871" sldId="499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3800125991" sldId="500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3301103711" sldId="501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3863370087" sldId="502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2747044832" sldId="503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2850812633" sldId="504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2775677495" sldId="505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207086659" sldId="506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1488254140" sldId="507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2194699826" sldId="508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2176877225" sldId="509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888099968" sldId="510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1030993143" sldId="511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2316643464" sldId="512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315752360" sldId="513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4089575870" sldId="514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3741127153" sldId="515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277383527" sldId="516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1064991319" sldId="517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2216646664" sldId="518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1713001208" sldId="519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2454471534" sldId="520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3330232297" sldId="521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1745664689" sldId="522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665794999" sldId="523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374571012" sldId="524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976356284" sldId="525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3359216928" sldId="526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3150604036" sldId="527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1347802882" sldId="528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1138227401" sldId="529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646246225" sldId="530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411685257" sldId="531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2759851282" sldId="532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647255174" sldId="533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1367417271" sldId="534"/>
        </pc:sldMkLst>
      </pc:sldChg>
      <pc:sldChg chg="del">
        <pc:chgData name="Williams, D (Delfryn)" userId="844a3f8c-eeab-4615-b394-0bfeae20a6f1" providerId="ADAL" clId="{372F6243-0384-4B21-A38B-0B10301FE7A8}" dt="2026-05-13T12:39:22.984" v="6" actId="47"/>
        <pc:sldMkLst>
          <pc:docMk/>
          <pc:sldMk cId="1313645010" sldId="535"/>
        </pc:sldMkLst>
      </pc:sldChg>
      <pc:sldChg chg="del">
        <pc:chgData name="Williams, D (Delfryn)" userId="844a3f8c-eeab-4615-b394-0bfeae20a6f1" providerId="ADAL" clId="{372F6243-0384-4B21-A38B-0B10301FE7A8}" dt="2026-05-13T12:39:47.130" v="9" actId="47"/>
        <pc:sldMkLst>
          <pc:docMk/>
          <pc:sldMk cId="1913266615" sldId="536"/>
        </pc:sldMkLst>
      </pc:sldChg>
      <pc:sldChg chg="del">
        <pc:chgData name="Williams, D (Delfryn)" userId="844a3f8c-eeab-4615-b394-0bfeae20a6f1" providerId="ADAL" clId="{372F6243-0384-4B21-A38B-0B10301FE7A8}" dt="2026-05-13T12:39:47.130" v="9" actId="47"/>
        <pc:sldMkLst>
          <pc:docMk/>
          <pc:sldMk cId="552546169" sldId="537"/>
        </pc:sldMkLst>
      </pc:sldChg>
      <pc:sldChg chg="del">
        <pc:chgData name="Williams, D (Delfryn)" userId="844a3f8c-eeab-4615-b394-0bfeae20a6f1" providerId="ADAL" clId="{372F6243-0384-4B21-A38B-0B10301FE7A8}" dt="2026-05-13T12:39:47.130" v="9" actId="47"/>
        <pc:sldMkLst>
          <pc:docMk/>
          <pc:sldMk cId="2942281069" sldId="538"/>
        </pc:sldMkLst>
      </pc:sldChg>
      <pc:sldChg chg="del">
        <pc:chgData name="Williams, D (Delfryn)" userId="844a3f8c-eeab-4615-b394-0bfeae20a6f1" providerId="ADAL" clId="{372F6243-0384-4B21-A38B-0B10301FE7A8}" dt="2026-05-13T12:39:47.130" v="9" actId="47"/>
        <pc:sldMkLst>
          <pc:docMk/>
          <pc:sldMk cId="2410504427" sldId="539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305745879" sldId="540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059026798" sldId="541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561587017" sldId="542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844755217" sldId="543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616571068" sldId="544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924164301" sldId="545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406751028" sldId="546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220324373" sldId="547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565261401" sldId="548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376802948" sldId="549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161707543" sldId="550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321443498" sldId="551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026481509" sldId="552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689771397" sldId="553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11246990" sldId="554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911157747" sldId="555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017165018" sldId="556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725401780" sldId="557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90582743" sldId="558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10052330" sldId="559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583191285" sldId="560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247713064" sldId="561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070851271" sldId="562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232227919" sldId="563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588811951" sldId="564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367714390" sldId="565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425951743" sldId="566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359302104" sldId="567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774206145" sldId="568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4234540761" sldId="569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335629659" sldId="570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702622847" sldId="571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436966605" sldId="572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564253991" sldId="573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633911817" sldId="574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777080791" sldId="575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4079292534" sldId="576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863036727" sldId="577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4034220053" sldId="578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126680127" sldId="579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554933705" sldId="580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842196485" sldId="581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937373474" sldId="582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18129731" sldId="583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857607703" sldId="584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75606101" sldId="585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062001982" sldId="586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762422535" sldId="587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097068675" sldId="588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4274398124" sldId="589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118601987" sldId="590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4183295933" sldId="591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864619146" sldId="592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803771642" sldId="593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411328963" sldId="594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569984808" sldId="595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4170984788" sldId="596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827414403" sldId="597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740343720" sldId="598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178992635" sldId="599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793713802" sldId="600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58045107" sldId="601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708096046" sldId="602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330193690" sldId="603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304547889" sldId="604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655887450" sldId="605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733560380" sldId="606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088830547" sldId="607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653065164" sldId="608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014213362" sldId="609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086107324" sldId="610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53832501" sldId="611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100741562" sldId="612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987160448" sldId="613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071281620" sldId="614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107928965" sldId="615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397939338" sldId="616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686506488" sldId="617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918005059" sldId="618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743602532" sldId="619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677160421" sldId="620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128285018" sldId="621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649201259" sldId="622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851796326" sldId="623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492734638" sldId="624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502795312" sldId="625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548234993" sldId="626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860169701" sldId="627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024024693" sldId="628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762017055" sldId="629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710645767" sldId="630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008308543" sldId="631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622315530" sldId="632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266928810" sldId="633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530752574" sldId="634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687645706" sldId="635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883496063" sldId="636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963803696" sldId="637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02765012" sldId="638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508830130" sldId="639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811626613" sldId="640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993378603" sldId="641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556761046" sldId="642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860461903" sldId="643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172182272" sldId="644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179500544" sldId="645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326388245" sldId="646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747133295" sldId="647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783330141" sldId="648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020367957" sldId="649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089747465" sldId="650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759740680" sldId="651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380286494" sldId="652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779322310" sldId="653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220466221" sldId="654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156625984" sldId="655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542875079" sldId="656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927344201" sldId="657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177088855" sldId="658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920009365" sldId="659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801413953" sldId="660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504540286" sldId="661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309370372" sldId="662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215484758" sldId="663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336430842" sldId="664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340265574" sldId="665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883746461" sldId="666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840229595" sldId="667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338979322" sldId="668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890995328" sldId="669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647743412" sldId="670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064454560" sldId="671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389214526" sldId="672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633927414" sldId="673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060478658" sldId="674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4094729716" sldId="675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530349283" sldId="676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417561560" sldId="677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58698700" sldId="678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190568223" sldId="679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452671980" sldId="680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411256442" sldId="681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233375558" sldId="682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194782361" sldId="683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00344902" sldId="684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605966584" sldId="685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321227982" sldId="686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521151999" sldId="687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713583467" sldId="688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762849584" sldId="689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029718397" sldId="690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4030023321" sldId="691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4212086070" sldId="692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762706984" sldId="693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79975164" sldId="694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308518525" sldId="695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22017656" sldId="696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4169764227" sldId="697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887578129" sldId="698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411461109" sldId="699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75130187" sldId="700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756497773" sldId="701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720432057" sldId="702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926334215" sldId="703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4229874970" sldId="704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438995891" sldId="705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760676815" sldId="706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636006777" sldId="707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693271435" sldId="708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908672679" sldId="709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4011568960" sldId="710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726790129" sldId="711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175322401" sldId="712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4269670643" sldId="713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883758574" sldId="714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785263876" sldId="715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849562001" sldId="716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785335477" sldId="717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790448331" sldId="718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709817191" sldId="719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550583333" sldId="720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884842966" sldId="721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962674783" sldId="722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976457874" sldId="723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963576761" sldId="724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442738282" sldId="725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440558953" sldId="726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973877967" sldId="727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813198421" sldId="728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525239844" sldId="729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322847191" sldId="730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931108295" sldId="731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611217065" sldId="732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10252775" sldId="733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102043760" sldId="734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88602722" sldId="735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79817134" sldId="736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53740868" sldId="737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508423288" sldId="738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433886844" sldId="739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897660786" sldId="740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964727713" sldId="741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2710841" sldId="742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795299507" sldId="743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497286418" sldId="744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72427192" sldId="745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689399617" sldId="746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4239338176" sldId="747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251719006" sldId="748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48342886" sldId="749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943474624" sldId="750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539057773" sldId="751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278321487" sldId="752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807842439" sldId="753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727510290" sldId="754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717064721" sldId="755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952863482" sldId="756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612045377" sldId="757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876232320" sldId="758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232245596" sldId="759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461362897" sldId="760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30012450" sldId="761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360600004" sldId="762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533506459" sldId="763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236461627" sldId="764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233107231" sldId="765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4264823541" sldId="766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4061147322" sldId="767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19503773" sldId="768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09668959" sldId="769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612507444" sldId="770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181445957" sldId="771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678217740" sldId="772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502348377" sldId="773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501124836" sldId="774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107472868" sldId="775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921732633" sldId="776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300247548" sldId="777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612061163" sldId="778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736444343" sldId="779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652188345" sldId="780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38830112" sldId="781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636846540" sldId="782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2589202389" sldId="783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172562108" sldId="784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455014689" sldId="785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185375987" sldId="786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793419993" sldId="787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275883706" sldId="788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1939331645" sldId="789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874026483" sldId="790"/>
        </pc:sldMkLst>
      </pc:sldChg>
      <pc:sldChg chg="del">
        <pc:chgData name="Williams, D (Delfryn)" userId="844a3f8c-eeab-4615-b394-0bfeae20a6f1" providerId="ADAL" clId="{372F6243-0384-4B21-A38B-0B10301FE7A8}" dt="2026-05-13T12:39:35.916" v="7" actId="47"/>
        <pc:sldMkLst>
          <pc:docMk/>
          <pc:sldMk cId="3984225334" sldId="791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128304186" sldId="792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411267167" sldId="793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08254184" sldId="794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975277972" sldId="795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4044456921" sldId="796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851253698" sldId="797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561148147" sldId="798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052886953" sldId="799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4043247590" sldId="800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385973850" sldId="801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810287883" sldId="802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083715449" sldId="803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4232774530" sldId="804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028437895" sldId="805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4293580825" sldId="806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812784630" sldId="807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847658785" sldId="808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861270731" sldId="809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609853143" sldId="810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043881205" sldId="811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537480520" sldId="812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834155201" sldId="813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1635302070" sldId="814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4236116514" sldId="815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899766938" sldId="816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187988028" sldId="817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780738140" sldId="818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1429641803" sldId="819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1393456132" sldId="820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183567423" sldId="821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4181949472" sldId="822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4241909998" sldId="823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1899565588" sldId="824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1801057702" sldId="825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1431747209" sldId="826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4171034243" sldId="827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795417262" sldId="828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1486821611" sldId="829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988851058" sldId="830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108522049" sldId="831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337565592" sldId="832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1017449351" sldId="833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269490457" sldId="834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856693981" sldId="835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69803970" sldId="836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486389589" sldId="837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970663378" sldId="838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819616676" sldId="839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628045742" sldId="840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568569437" sldId="841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576123770" sldId="842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788168329" sldId="843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1736509760" sldId="844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867461331" sldId="845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546617698" sldId="846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1444005053" sldId="847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906588388" sldId="848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987139857" sldId="849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1071577696" sldId="850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002199331" sldId="851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388305864" sldId="852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487817454" sldId="853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27748536" sldId="854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706571700" sldId="855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1313138293" sldId="856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4190385349" sldId="857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373244272" sldId="858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275715444" sldId="859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114719952" sldId="860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938112463" sldId="861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1526373562" sldId="862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964695134" sldId="863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494998455" sldId="864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928146647" sldId="865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659612616" sldId="866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674249985" sldId="867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4244715676" sldId="868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67331095" sldId="869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1491117117" sldId="870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631978133" sldId="871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76379891" sldId="872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1284321707" sldId="873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688881318" sldId="874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808185439" sldId="875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1057331696" sldId="876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28577102" sldId="877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130463659" sldId="878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874447362" sldId="879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1766516842" sldId="880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107727352" sldId="881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106036427" sldId="882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762372036" sldId="883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634378578" sldId="884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909419925" sldId="885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1494559344" sldId="886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561208114" sldId="887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034611104" sldId="888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73064240" sldId="889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355687309" sldId="890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1357382155" sldId="891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774491717" sldId="892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990510588" sldId="893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973975233" sldId="894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4075959165" sldId="895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149975705" sldId="896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944196109" sldId="897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703322378" sldId="898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1494599317" sldId="899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483232615" sldId="900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816292510" sldId="901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845734492" sldId="902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1400925977" sldId="903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35396962" sldId="904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307186728" sldId="905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1665775548" sldId="906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275707417" sldId="907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1177085821" sldId="908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728984937" sldId="909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002739753" sldId="910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094964499" sldId="911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988998249" sldId="912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910189152" sldId="913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1813162557" sldId="914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243796619" sldId="915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137306225" sldId="916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04039218" sldId="917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378698075" sldId="918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1447776304" sldId="919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431372688" sldId="920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649921984" sldId="921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4016524627" sldId="922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727062169" sldId="923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466811170" sldId="924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671391409" sldId="925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1899070878" sldId="926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500309381" sldId="927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492215619" sldId="928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919022440" sldId="929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330948465" sldId="930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1174547580" sldId="931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440923781" sldId="932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750653123" sldId="933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474246207" sldId="934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904658194" sldId="935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894182483" sldId="936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449381801" sldId="937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1555524507" sldId="938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508258883" sldId="939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015115112" sldId="940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492269930" sldId="941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123303781" sldId="942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582778792" sldId="943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1719801689" sldId="944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975020271" sldId="945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1249886211" sldId="946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073566064" sldId="947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99747" sldId="948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81800895" sldId="949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890847047" sldId="950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579616102" sldId="951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022638195" sldId="952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1298034336" sldId="953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852617992" sldId="954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4109384245" sldId="955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37567951" sldId="956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931886229" sldId="957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3905008761" sldId="958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753419982" sldId="959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483950853" sldId="960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1335841470" sldId="961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1084013463" sldId="962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252829344" sldId="963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159480137" sldId="964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789130458" sldId="965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648972006" sldId="966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1415749222" sldId="967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1622978314" sldId="968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702154997" sldId="969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978185806" sldId="970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201815225" sldId="971"/>
        </pc:sldMkLst>
      </pc:sldChg>
      <pc:sldChg chg="del">
        <pc:chgData name="Williams, D (Delfryn)" userId="844a3f8c-eeab-4615-b394-0bfeae20a6f1" providerId="ADAL" clId="{372F6243-0384-4B21-A38B-0B10301FE7A8}" dt="2026-05-13T12:39:42.486" v="8" actId="47"/>
        <pc:sldMkLst>
          <pc:docMk/>
          <pc:sldMk cId="2670740925" sldId="972"/>
        </pc:sldMkLst>
      </pc:sldChg>
    </pc:docChg>
  </pc:docChgLst>
  <pc:docChgLst>
    <pc:chgData name="Roy, S (Soumen)" userId="d8c84919-a745-4299-ae56-ef1314639c03" providerId="ADAL" clId="{2F7BBD67-BE38-4D5D-87A5-7677E216F891}"/>
    <pc:docChg chg="undo custSel addSld delSld modSld">
      <pc:chgData name="Roy, S (Soumen)" userId="d8c84919-a745-4299-ae56-ef1314639c03" providerId="ADAL" clId="{2F7BBD67-BE38-4D5D-87A5-7677E216F891}" dt="2026-05-13T12:36:22.433" v="1191" actId="680"/>
      <pc:docMkLst>
        <pc:docMk/>
      </pc:docMkLst>
      <pc:sldChg chg="addSp delSp modSp mod setBg">
        <pc:chgData name="Roy, S (Soumen)" userId="d8c84919-a745-4299-ae56-ef1314639c03" providerId="ADAL" clId="{2F7BBD67-BE38-4D5D-87A5-7677E216F891}" dt="2026-05-13T08:36:49.606" v="456"/>
        <pc:sldMkLst>
          <pc:docMk/>
          <pc:sldMk cId="0" sldId="256"/>
        </pc:sldMkLst>
        <pc:spChg chg="mod">
          <ac:chgData name="Roy, S (Soumen)" userId="d8c84919-a745-4299-ae56-ef1314639c03" providerId="ADAL" clId="{2F7BBD67-BE38-4D5D-87A5-7677E216F891}" dt="2026-05-12T12:27:09.465" v="241" actId="20577"/>
          <ac:spMkLst>
            <pc:docMk/>
            <pc:sldMk cId="0" sldId="256"/>
            <ac:spMk id="2" creationId="{00000000-0000-0000-0000-000000000000}"/>
          </ac:spMkLst>
        </pc:spChg>
        <pc:spChg chg="add mod">
          <ac:chgData name="Roy, S (Soumen)" userId="d8c84919-a745-4299-ae56-ef1314639c03" providerId="ADAL" clId="{2F7BBD67-BE38-4D5D-87A5-7677E216F891}" dt="2026-05-12T13:57:34.528" v="370" actId="20577"/>
          <ac:spMkLst>
            <pc:docMk/>
            <pc:sldMk cId="0" sldId="256"/>
            <ac:spMk id="6" creationId="{6F31E52B-C92A-521D-823D-5C9F9099256A}"/>
          </ac:spMkLst>
        </pc:spChg>
        <pc:spChg chg="add">
          <ac:chgData name="Roy, S (Soumen)" userId="d8c84919-a745-4299-ae56-ef1314639c03" providerId="ADAL" clId="{2F7BBD67-BE38-4D5D-87A5-7677E216F891}" dt="2026-05-12T10:51:34.265" v="2" actId="26606"/>
          <ac:spMkLst>
            <pc:docMk/>
            <pc:sldMk cId="0" sldId="256"/>
            <ac:spMk id="11" creationId="{BACC6370-2D7E-4714-9D71-7542949D7D5D}"/>
          </ac:spMkLst>
        </pc:spChg>
        <pc:spChg chg="add">
          <ac:chgData name="Roy, S (Soumen)" userId="d8c84919-a745-4299-ae56-ef1314639c03" providerId="ADAL" clId="{2F7BBD67-BE38-4D5D-87A5-7677E216F891}" dt="2026-05-12T10:51:34.265" v="2" actId="26606"/>
          <ac:spMkLst>
            <pc:docMk/>
            <pc:sldMk cId="0" sldId="256"/>
            <ac:spMk id="13" creationId="{256B2C21-A230-48C0-8DF1-C46611373C44}"/>
          </ac:spMkLst>
        </pc:spChg>
        <pc:spChg chg="add">
          <ac:chgData name="Roy, S (Soumen)" userId="d8c84919-a745-4299-ae56-ef1314639c03" providerId="ADAL" clId="{2F7BBD67-BE38-4D5D-87A5-7677E216F891}" dt="2026-05-12T10:51:34.265" v="2" actId="26606"/>
          <ac:spMkLst>
            <pc:docMk/>
            <pc:sldMk cId="0" sldId="256"/>
            <ac:spMk id="15" creationId="{3847E18C-932D-4C95-AABA-FEC7C9499AD7}"/>
          </ac:spMkLst>
        </pc:spChg>
        <pc:spChg chg="add">
          <ac:chgData name="Roy, S (Soumen)" userId="d8c84919-a745-4299-ae56-ef1314639c03" providerId="ADAL" clId="{2F7BBD67-BE38-4D5D-87A5-7677E216F891}" dt="2026-05-12T10:51:34.265" v="2" actId="26606"/>
          <ac:spMkLst>
            <pc:docMk/>
            <pc:sldMk cId="0" sldId="256"/>
            <ac:spMk id="17" creationId="{3150CB11-0C61-439E-910F-5787759E72A0}"/>
          </ac:spMkLst>
        </pc:spChg>
        <pc:spChg chg="add">
          <ac:chgData name="Roy, S (Soumen)" userId="d8c84919-a745-4299-ae56-ef1314639c03" providerId="ADAL" clId="{2F7BBD67-BE38-4D5D-87A5-7677E216F891}" dt="2026-05-12T10:51:34.265" v="2" actId="26606"/>
          <ac:spMkLst>
            <pc:docMk/>
            <pc:sldMk cId="0" sldId="256"/>
            <ac:spMk id="19" creationId="{43F8A58B-5155-44CE-A5FF-7647B47D0A7A}"/>
          </ac:spMkLst>
        </pc:spChg>
        <pc:spChg chg="add">
          <ac:chgData name="Roy, S (Soumen)" userId="d8c84919-a745-4299-ae56-ef1314639c03" providerId="ADAL" clId="{2F7BBD67-BE38-4D5D-87A5-7677E216F891}" dt="2026-05-12T10:51:34.265" v="2" actId="26606"/>
          <ac:spMkLst>
            <pc:docMk/>
            <pc:sldMk cId="0" sldId="256"/>
            <ac:spMk id="21" creationId="{443F2ACA-E6D6-4028-82DD-F03C262D5DE6}"/>
          </ac:spMkLst>
        </pc:spChg>
        <pc:graphicFrameChg chg="add mod">
          <ac:chgData name="Roy, S (Soumen)" userId="d8c84919-a745-4299-ae56-ef1314639c03" providerId="ADAL" clId="{2F7BBD67-BE38-4D5D-87A5-7677E216F891}" dt="2026-05-13T08:36:49.606" v="456"/>
          <ac:graphicFrameMkLst>
            <pc:docMk/>
            <pc:sldMk cId="0" sldId="256"/>
            <ac:graphicFrameMk id="7" creationId="{E438525E-FAD2-0341-B95C-20FCBC203F2C}"/>
          </ac:graphicFrameMkLst>
        </pc:graphicFrameChg>
        <pc:picChg chg="add mod">
          <ac:chgData name="Roy, S (Soumen)" userId="d8c84919-a745-4299-ae56-ef1314639c03" providerId="ADAL" clId="{2F7BBD67-BE38-4D5D-87A5-7677E216F891}" dt="2026-05-12T10:50:47.096" v="1" actId="1076"/>
          <ac:picMkLst>
            <pc:docMk/>
            <pc:sldMk cId="0" sldId="256"/>
            <ac:picMk id="5" creationId="{9453508D-5196-80DF-4298-A74637DC19C3}"/>
          </ac:picMkLst>
        </pc:picChg>
      </pc:sldChg>
      <pc:sldChg chg="addSp delSp modSp mod setBg">
        <pc:chgData name="Roy, S (Soumen)" userId="d8c84919-a745-4299-ae56-ef1314639c03" providerId="ADAL" clId="{2F7BBD67-BE38-4D5D-87A5-7677E216F891}" dt="2026-05-12T10:52:27.494" v="3" actId="26606"/>
        <pc:sldMkLst>
          <pc:docMk/>
          <pc:sldMk cId="0" sldId="257"/>
        </pc:sldMkLst>
        <pc:spChg chg="mod">
          <ac:chgData name="Roy, S (Soumen)" userId="d8c84919-a745-4299-ae56-ef1314639c03" providerId="ADAL" clId="{2F7BBD67-BE38-4D5D-87A5-7677E216F891}" dt="2026-05-12T10:52:27.494" v="3" actId="26606"/>
          <ac:spMkLst>
            <pc:docMk/>
            <pc:sldMk cId="0" sldId="257"/>
            <ac:spMk id="2" creationId="{00000000-0000-0000-0000-000000000000}"/>
          </ac:spMkLst>
        </pc:spChg>
        <pc:spChg chg="add">
          <ac:chgData name="Roy, S (Soumen)" userId="d8c84919-a745-4299-ae56-ef1314639c03" providerId="ADAL" clId="{2F7BBD67-BE38-4D5D-87A5-7677E216F891}" dt="2026-05-12T10:52:27.494" v="3" actId="26606"/>
          <ac:spMkLst>
            <pc:docMk/>
            <pc:sldMk cId="0" sldId="257"/>
            <ac:spMk id="9" creationId="{BACC6370-2D7E-4714-9D71-7542949D7D5D}"/>
          </ac:spMkLst>
        </pc:spChg>
        <pc:spChg chg="add">
          <ac:chgData name="Roy, S (Soumen)" userId="d8c84919-a745-4299-ae56-ef1314639c03" providerId="ADAL" clId="{2F7BBD67-BE38-4D5D-87A5-7677E216F891}" dt="2026-05-12T10:52:27.494" v="3" actId="26606"/>
          <ac:spMkLst>
            <pc:docMk/>
            <pc:sldMk cId="0" sldId="257"/>
            <ac:spMk id="11" creationId="{256B2C21-A230-48C0-8DF1-C46611373C44}"/>
          </ac:spMkLst>
        </pc:spChg>
        <pc:spChg chg="add">
          <ac:chgData name="Roy, S (Soumen)" userId="d8c84919-a745-4299-ae56-ef1314639c03" providerId="ADAL" clId="{2F7BBD67-BE38-4D5D-87A5-7677E216F891}" dt="2026-05-12T10:52:27.494" v="3" actId="26606"/>
          <ac:spMkLst>
            <pc:docMk/>
            <pc:sldMk cId="0" sldId="257"/>
            <ac:spMk id="13" creationId="{3847E18C-932D-4C95-AABA-FEC7C9499AD7}"/>
          </ac:spMkLst>
        </pc:spChg>
        <pc:spChg chg="add">
          <ac:chgData name="Roy, S (Soumen)" userId="d8c84919-a745-4299-ae56-ef1314639c03" providerId="ADAL" clId="{2F7BBD67-BE38-4D5D-87A5-7677E216F891}" dt="2026-05-12T10:52:27.494" v="3" actId="26606"/>
          <ac:spMkLst>
            <pc:docMk/>
            <pc:sldMk cId="0" sldId="257"/>
            <ac:spMk id="15" creationId="{3150CB11-0C61-439E-910F-5787759E72A0}"/>
          </ac:spMkLst>
        </pc:spChg>
        <pc:spChg chg="add">
          <ac:chgData name="Roy, S (Soumen)" userId="d8c84919-a745-4299-ae56-ef1314639c03" providerId="ADAL" clId="{2F7BBD67-BE38-4D5D-87A5-7677E216F891}" dt="2026-05-12T10:52:27.494" v="3" actId="26606"/>
          <ac:spMkLst>
            <pc:docMk/>
            <pc:sldMk cId="0" sldId="257"/>
            <ac:spMk id="17" creationId="{43F8A58B-5155-44CE-A5FF-7647B47D0A7A}"/>
          </ac:spMkLst>
        </pc:spChg>
        <pc:spChg chg="add">
          <ac:chgData name="Roy, S (Soumen)" userId="d8c84919-a745-4299-ae56-ef1314639c03" providerId="ADAL" clId="{2F7BBD67-BE38-4D5D-87A5-7677E216F891}" dt="2026-05-12T10:52:27.494" v="3" actId="26606"/>
          <ac:spMkLst>
            <pc:docMk/>
            <pc:sldMk cId="0" sldId="257"/>
            <ac:spMk id="19" creationId="{443F2ACA-E6D6-4028-82DD-F03C262D5DE6}"/>
          </ac:spMkLst>
        </pc:spChg>
        <pc:graphicFrameChg chg="add">
          <ac:chgData name="Roy, S (Soumen)" userId="d8c84919-a745-4299-ae56-ef1314639c03" providerId="ADAL" clId="{2F7BBD67-BE38-4D5D-87A5-7677E216F891}" dt="2026-05-12T10:52:27.494" v="3" actId="26606"/>
          <ac:graphicFrameMkLst>
            <pc:docMk/>
            <pc:sldMk cId="0" sldId="257"/>
            <ac:graphicFrameMk id="5" creationId="{BDF1B68C-75BA-D63C-9FC3-CBBA815D45B1}"/>
          </ac:graphicFrameMkLst>
        </pc:graphicFrameChg>
      </pc:sldChg>
      <pc:sldChg chg="addSp delSp modSp mod setBg">
        <pc:chgData name="Roy, S (Soumen)" userId="d8c84919-a745-4299-ae56-ef1314639c03" providerId="ADAL" clId="{2F7BBD67-BE38-4D5D-87A5-7677E216F891}" dt="2026-05-12T15:32:56.649" v="424" actId="26606"/>
        <pc:sldMkLst>
          <pc:docMk/>
          <pc:sldMk cId="0" sldId="258"/>
        </pc:sldMkLst>
        <pc:spChg chg="mod">
          <ac:chgData name="Roy, S (Soumen)" userId="d8c84919-a745-4299-ae56-ef1314639c03" providerId="ADAL" clId="{2F7BBD67-BE38-4D5D-87A5-7677E216F891}" dt="2026-05-12T10:53:44.791" v="8" actId="26606"/>
          <ac:spMkLst>
            <pc:docMk/>
            <pc:sldMk cId="0" sldId="258"/>
            <ac:spMk id="2" creationId="{00000000-0000-0000-0000-000000000000}"/>
          </ac:spMkLst>
        </pc:spChg>
        <pc:spChg chg="add">
          <ac:chgData name="Roy, S (Soumen)" userId="d8c84919-a745-4299-ae56-ef1314639c03" providerId="ADAL" clId="{2F7BBD67-BE38-4D5D-87A5-7677E216F891}" dt="2026-05-12T15:32:56.649" v="424" actId="26606"/>
          <ac:spMkLst>
            <pc:docMk/>
            <pc:sldMk cId="0" sldId="258"/>
            <ac:spMk id="40" creationId="{BACC6370-2D7E-4714-9D71-7542949D7D5D}"/>
          </ac:spMkLst>
        </pc:spChg>
        <pc:spChg chg="add">
          <ac:chgData name="Roy, S (Soumen)" userId="d8c84919-a745-4299-ae56-ef1314639c03" providerId="ADAL" clId="{2F7BBD67-BE38-4D5D-87A5-7677E216F891}" dt="2026-05-12T15:32:56.649" v="424" actId="26606"/>
          <ac:spMkLst>
            <pc:docMk/>
            <pc:sldMk cId="0" sldId="258"/>
            <ac:spMk id="42" creationId="{256B2C21-A230-48C0-8DF1-C46611373C44}"/>
          </ac:spMkLst>
        </pc:spChg>
        <pc:spChg chg="add">
          <ac:chgData name="Roy, S (Soumen)" userId="d8c84919-a745-4299-ae56-ef1314639c03" providerId="ADAL" clId="{2F7BBD67-BE38-4D5D-87A5-7677E216F891}" dt="2026-05-12T15:32:56.649" v="424" actId="26606"/>
          <ac:spMkLst>
            <pc:docMk/>
            <pc:sldMk cId="0" sldId="258"/>
            <ac:spMk id="44" creationId="{3847E18C-932D-4C95-AABA-FEC7C9499AD7}"/>
          </ac:spMkLst>
        </pc:spChg>
        <pc:spChg chg="add">
          <ac:chgData name="Roy, S (Soumen)" userId="d8c84919-a745-4299-ae56-ef1314639c03" providerId="ADAL" clId="{2F7BBD67-BE38-4D5D-87A5-7677E216F891}" dt="2026-05-12T15:32:56.649" v="424" actId="26606"/>
          <ac:spMkLst>
            <pc:docMk/>
            <pc:sldMk cId="0" sldId="258"/>
            <ac:spMk id="46" creationId="{3150CB11-0C61-439E-910F-5787759E72A0}"/>
          </ac:spMkLst>
        </pc:spChg>
        <pc:graphicFrameChg chg="add">
          <ac:chgData name="Roy, S (Soumen)" userId="d8c84919-a745-4299-ae56-ef1314639c03" providerId="ADAL" clId="{2F7BBD67-BE38-4D5D-87A5-7677E216F891}" dt="2026-05-12T10:53:44.791" v="8" actId="26606"/>
          <ac:graphicFrameMkLst>
            <pc:docMk/>
            <pc:sldMk cId="0" sldId="258"/>
            <ac:graphicFrameMk id="35" creationId="{7988DA2C-F220-301A-7888-C3C9821E53BC}"/>
          </ac:graphicFrameMkLst>
        </pc:graphicFrameChg>
      </pc:sldChg>
      <pc:sldChg chg="addSp delSp modSp mod setBg">
        <pc:chgData name="Roy, S (Soumen)" userId="d8c84919-a745-4299-ae56-ef1314639c03" providerId="ADAL" clId="{2F7BBD67-BE38-4D5D-87A5-7677E216F891}" dt="2026-05-12T15:33:55.388" v="425" actId="26606"/>
        <pc:sldMkLst>
          <pc:docMk/>
          <pc:sldMk cId="0" sldId="259"/>
        </pc:sldMkLst>
        <pc:spChg chg="mod">
          <ac:chgData name="Roy, S (Soumen)" userId="d8c84919-a745-4299-ae56-ef1314639c03" providerId="ADAL" clId="{2F7BBD67-BE38-4D5D-87A5-7677E216F891}" dt="2026-05-12T10:54:05.728" v="9" actId="26606"/>
          <ac:spMkLst>
            <pc:docMk/>
            <pc:sldMk cId="0" sldId="259"/>
            <ac:spMk id="2" creationId="{00000000-0000-0000-0000-000000000000}"/>
          </ac:spMkLst>
        </pc:spChg>
        <pc:spChg chg="add">
          <ac:chgData name="Roy, S (Soumen)" userId="d8c84919-a745-4299-ae56-ef1314639c03" providerId="ADAL" clId="{2F7BBD67-BE38-4D5D-87A5-7677E216F891}" dt="2026-05-12T15:33:55.388" v="425" actId="26606"/>
          <ac:spMkLst>
            <pc:docMk/>
            <pc:sldMk cId="0" sldId="259"/>
            <ac:spMk id="24" creationId="{BACC6370-2D7E-4714-9D71-7542949D7D5D}"/>
          </ac:spMkLst>
        </pc:spChg>
        <pc:spChg chg="add">
          <ac:chgData name="Roy, S (Soumen)" userId="d8c84919-a745-4299-ae56-ef1314639c03" providerId="ADAL" clId="{2F7BBD67-BE38-4D5D-87A5-7677E216F891}" dt="2026-05-12T15:33:55.388" v="425" actId="26606"/>
          <ac:spMkLst>
            <pc:docMk/>
            <pc:sldMk cId="0" sldId="259"/>
            <ac:spMk id="26" creationId="{256B2C21-A230-48C0-8DF1-C46611373C44}"/>
          </ac:spMkLst>
        </pc:spChg>
        <pc:spChg chg="add">
          <ac:chgData name="Roy, S (Soumen)" userId="d8c84919-a745-4299-ae56-ef1314639c03" providerId="ADAL" clId="{2F7BBD67-BE38-4D5D-87A5-7677E216F891}" dt="2026-05-12T15:33:55.388" v="425" actId="26606"/>
          <ac:spMkLst>
            <pc:docMk/>
            <pc:sldMk cId="0" sldId="259"/>
            <ac:spMk id="28" creationId="{3847E18C-932D-4C95-AABA-FEC7C9499AD7}"/>
          </ac:spMkLst>
        </pc:spChg>
        <pc:spChg chg="add">
          <ac:chgData name="Roy, S (Soumen)" userId="d8c84919-a745-4299-ae56-ef1314639c03" providerId="ADAL" clId="{2F7BBD67-BE38-4D5D-87A5-7677E216F891}" dt="2026-05-12T15:33:55.388" v="425" actId="26606"/>
          <ac:spMkLst>
            <pc:docMk/>
            <pc:sldMk cId="0" sldId="259"/>
            <ac:spMk id="30" creationId="{3150CB11-0C61-439E-910F-5787759E72A0}"/>
          </ac:spMkLst>
        </pc:spChg>
        <pc:spChg chg="add">
          <ac:chgData name="Roy, S (Soumen)" userId="d8c84919-a745-4299-ae56-ef1314639c03" providerId="ADAL" clId="{2F7BBD67-BE38-4D5D-87A5-7677E216F891}" dt="2026-05-12T15:33:55.388" v="425" actId="26606"/>
          <ac:spMkLst>
            <pc:docMk/>
            <pc:sldMk cId="0" sldId="259"/>
            <ac:spMk id="34" creationId="{443F2ACA-E6D6-4028-82DD-F03C262D5DE6}"/>
          </ac:spMkLst>
        </pc:spChg>
        <pc:graphicFrameChg chg="add">
          <ac:chgData name="Roy, S (Soumen)" userId="d8c84919-a745-4299-ae56-ef1314639c03" providerId="ADAL" clId="{2F7BBD67-BE38-4D5D-87A5-7677E216F891}" dt="2026-05-12T10:54:05.728" v="9" actId="26606"/>
          <ac:graphicFrameMkLst>
            <pc:docMk/>
            <pc:sldMk cId="0" sldId="259"/>
            <ac:graphicFrameMk id="5" creationId="{47281384-0E5E-FC32-38AF-0C89366B029C}"/>
          </ac:graphicFrameMkLst>
        </pc:graphicFrameChg>
      </pc:sldChg>
      <pc:sldChg chg="addSp delSp modSp mod setBg">
        <pc:chgData name="Roy, S (Soumen)" userId="d8c84919-a745-4299-ae56-ef1314639c03" providerId="ADAL" clId="{2F7BBD67-BE38-4D5D-87A5-7677E216F891}" dt="2026-05-12T10:55:13.393" v="10" actId="26606"/>
        <pc:sldMkLst>
          <pc:docMk/>
          <pc:sldMk cId="0" sldId="260"/>
        </pc:sldMkLst>
        <pc:spChg chg="mod">
          <ac:chgData name="Roy, S (Soumen)" userId="d8c84919-a745-4299-ae56-ef1314639c03" providerId="ADAL" clId="{2F7BBD67-BE38-4D5D-87A5-7677E216F891}" dt="2026-05-12T10:55:13.393" v="10" actId="26606"/>
          <ac:spMkLst>
            <pc:docMk/>
            <pc:sldMk cId="0" sldId="260"/>
            <ac:spMk id="2" creationId="{00000000-0000-0000-0000-000000000000}"/>
          </ac:spMkLst>
        </pc:spChg>
        <pc:spChg chg="add">
          <ac:chgData name="Roy, S (Soumen)" userId="d8c84919-a745-4299-ae56-ef1314639c03" providerId="ADAL" clId="{2F7BBD67-BE38-4D5D-87A5-7677E216F891}" dt="2026-05-12T10:55:13.393" v="10" actId="26606"/>
          <ac:spMkLst>
            <pc:docMk/>
            <pc:sldMk cId="0" sldId="260"/>
            <ac:spMk id="9" creationId="{BACC6370-2D7E-4714-9D71-7542949D7D5D}"/>
          </ac:spMkLst>
        </pc:spChg>
        <pc:spChg chg="add">
          <ac:chgData name="Roy, S (Soumen)" userId="d8c84919-a745-4299-ae56-ef1314639c03" providerId="ADAL" clId="{2F7BBD67-BE38-4D5D-87A5-7677E216F891}" dt="2026-05-12T10:55:13.393" v="10" actId="26606"/>
          <ac:spMkLst>
            <pc:docMk/>
            <pc:sldMk cId="0" sldId="260"/>
            <ac:spMk id="11" creationId="{F68B3F68-107C-434F-AA38-110D5EA91B85}"/>
          </ac:spMkLst>
        </pc:spChg>
        <pc:spChg chg="add">
          <ac:chgData name="Roy, S (Soumen)" userId="d8c84919-a745-4299-ae56-ef1314639c03" providerId="ADAL" clId="{2F7BBD67-BE38-4D5D-87A5-7677E216F891}" dt="2026-05-12T10:55:13.393" v="10" actId="26606"/>
          <ac:spMkLst>
            <pc:docMk/>
            <pc:sldMk cId="0" sldId="260"/>
            <ac:spMk id="13" creationId="{AAD0DBB9-1A4B-4391-81D4-CB19F9AB918A}"/>
          </ac:spMkLst>
        </pc:spChg>
        <pc:spChg chg="add">
          <ac:chgData name="Roy, S (Soumen)" userId="d8c84919-a745-4299-ae56-ef1314639c03" providerId="ADAL" clId="{2F7BBD67-BE38-4D5D-87A5-7677E216F891}" dt="2026-05-12T10:55:13.393" v="10" actId="26606"/>
          <ac:spMkLst>
            <pc:docMk/>
            <pc:sldMk cId="0" sldId="260"/>
            <ac:spMk id="15" creationId="{063BBA22-50EA-4C4D-BE05-F1CE4E63AA56}"/>
          </ac:spMkLst>
        </pc:spChg>
        <pc:graphicFrameChg chg="add">
          <ac:chgData name="Roy, S (Soumen)" userId="d8c84919-a745-4299-ae56-ef1314639c03" providerId="ADAL" clId="{2F7BBD67-BE38-4D5D-87A5-7677E216F891}" dt="2026-05-12T10:55:13.393" v="10" actId="26606"/>
          <ac:graphicFrameMkLst>
            <pc:docMk/>
            <pc:sldMk cId="0" sldId="260"/>
            <ac:graphicFrameMk id="5" creationId="{27B649DF-876E-4939-0154-E1115BA317C8}"/>
          </ac:graphicFrameMkLst>
        </pc:graphicFrameChg>
      </pc:sldChg>
      <pc:sldChg chg="addSp delSp modSp mod setBg">
        <pc:chgData name="Roy, S (Soumen)" userId="d8c84919-a745-4299-ae56-ef1314639c03" providerId="ADAL" clId="{2F7BBD67-BE38-4D5D-87A5-7677E216F891}" dt="2026-05-12T11:20:58.947" v="42" actId="27636"/>
        <pc:sldMkLst>
          <pc:docMk/>
          <pc:sldMk cId="0" sldId="261"/>
        </pc:sldMkLst>
      </pc:sldChg>
      <pc:sldChg chg="addSp delSp modSp mod setBg">
        <pc:chgData name="Roy, S (Soumen)" userId="d8c84919-a745-4299-ae56-ef1314639c03" providerId="ADAL" clId="{2F7BBD67-BE38-4D5D-87A5-7677E216F891}" dt="2026-05-12T11:20:11.164" v="36" actId="1076"/>
        <pc:sldMkLst>
          <pc:docMk/>
          <pc:sldMk cId="0" sldId="262"/>
        </pc:sldMkLst>
      </pc:sldChg>
      <pc:sldChg chg="addSp modSp mod setBg">
        <pc:chgData name="Roy, S (Soumen)" userId="d8c84919-a745-4299-ae56-ef1314639c03" providerId="ADAL" clId="{2F7BBD67-BE38-4D5D-87A5-7677E216F891}" dt="2026-05-12T11:22:33.808" v="49" actId="962"/>
        <pc:sldMkLst>
          <pc:docMk/>
          <pc:sldMk cId="0" sldId="263"/>
        </pc:sldMkLst>
      </pc:sldChg>
      <pc:sldChg chg="addSp delSp mod">
        <pc:chgData name="Roy, S (Soumen)" userId="d8c84919-a745-4299-ae56-ef1314639c03" providerId="ADAL" clId="{2F7BBD67-BE38-4D5D-87A5-7677E216F891}" dt="2026-05-12T11:26:00.698" v="50" actId="26606"/>
        <pc:sldMkLst>
          <pc:docMk/>
          <pc:sldMk cId="0" sldId="264"/>
        </pc:sldMkLst>
        <pc:graphicFrameChg chg="add">
          <ac:chgData name="Roy, S (Soumen)" userId="d8c84919-a745-4299-ae56-ef1314639c03" providerId="ADAL" clId="{2F7BBD67-BE38-4D5D-87A5-7677E216F891}" dt="2026-05-12T11:26:00.698" v="50" actId="26606"/>
          <ac:graphicFrameMkLst>
            <pc:docMk/>
            <pc:sldMk cId="0" sldId="264"/>
            <ac:graphicFrameMk id="5" creationId="{B6F6F485-C1B6-21A2-A46F-436B723D4F28}"/>
          </ac:graphicFrameMkLst>
        </pc:graphicFrameChg>
      </pc:sldChg>
      <pc:sldChg chg="addSp delSp modSp mod setBg">
        <pc:chgData name="Roy, S (Soumen)" userId="d8c84919-a745-4299-ae56-ef1314639c03" providerId="ADAL" clId="{2F7BBD67-BE38-4D5D-87A5-7677E216F891}" dt="2026-05-12T11:26:21.947" v="51" actId="26606"/>
        <pc:sldMkLst>
          <pc:docMk/>
          <pc:sldMk cId="0" sldId="265"/>
        </pc:sldMkLst>
      </pc:sldChg>
      <pc:sldChg chg="addSp delSp modSp mod setBg">
        <pc:chgData name="Roy, S (Soumen)" userId="d8c84919-a745-4299-ae56-ef1314639c03" providerId="ADAL" clId="{2F7BBD67-BE38-4D5D-87A5-7677E216F891}" dt="2026-05-12T11:27:01.918" v="58" actId="26606"/>
        <pc:sldMkLst>
          <pc:docMk/>
          <pc:sldMk cId="0" sldId="266"/>
        </pc:sldMkLst>
        <pc:spChg chg="mod">
          <ac:chgData name="Roy, S (Soumen)" userId="d8c84919-a745-4299-ae56-ef1314639c03" providerId="ADAL" clId="{2F7BBD67-BE38-4D5D-87A5-7677E216F891}" dt="2026-05-12T11:27:01.918" v="58" actId="26606"/>
          <ac:spMkLst>
            <pc:docMk/>
            <pc:sldMk cId="0" sldId="266"/>
            <ac:spMk id="2" creationId="{00000000-0000-0000-0000-000000000000}"/>
          </ac:spMkLst>
        </pc:spChg>
        <pc:spChg chg="add">
          <ac:chgData name="Roy, S (Soumen)" userId="d8c84919-a745-4299-ae56-ef1314639c03" providerId="ADAL" clId="{2F7BBD67-BE38-4D5D-87A5-7677E216F891}" dt="2026-05-12T11:27:01.918" v="58" actId="26606"/>
          <ac:spMkLst>
            <pc:docMk/>
            <pc:sldMk cId="0" sldId="266"/>
            <ac:spMk id="33" creationId="{2659FDB4-FCBE-4A89-B46D-43D4FA54464D}"/>
          </ac:spMkLst>
        </pc:spChg>
        <pc:graphicFrameChg chg="add">
          <ac:chgData name="Roy, S (Soumen)" userId="d8c84919-a745-4299-ae56-ef1314639c03" providerId="ADAL" clId="{2F7BBD67-BE38-4D5D-87A5-7677E216F891}" dt="2026-05-12T11:27:01.918" v="58" actId="26606"/>
          <ac:graphicFrameMkLst>
            <pc:docMk/>
            <pc:sldMk cId="0" sldId="266"/>
            <ac:graphicFrameMk id="35" creationId="{3B1A09B3-5122-267B-8E3B-65A87B08C0B1}"/>
          </ac:graphicFrameMkLst>
        </pc:graphicFrameChg>
        <pc:cxnChg chg="add">
          <ac:chgData name="Roy, S (Soumen)" userId="d8c84919-a745-4299-ae56-ef1314639c03" providerId="ADAL" clId="{2F7BBD67-BE38-4D5D-87A5-7677E216F891}" dt="2026-05-12T11:27:01.918" v="58" actId="26606"/>
          <ac:cxnSpMkLst>
            <pc:docMk/>
            <pc:sldMk cId="0" sldId="266"/>
            <ac:cxnSpMk id="34" creationId="{C8F51B3F-8331-4E4A-AE96-D47B1006EEAD}"/>
          </ac:cxnSpMkLst>
        </pc:cxnChg>
      </pc:sldChg>
      <pc:sldChg chg="addSp modSp mod setBg">
        <pc:chgData name="Roy, S (Soumen)" userId="d8c84919-a745-4299-ae56-ef1314639c03" providerId="ADAL" clId="{2F7BBD67-BE38-4D5D-87A5-7677E216F891}" dt="2026-05-12T12:08:20.096" v="65" actId="26606"/>
        <pc:sldMkLst>
          <pc:docMk/>
          <pc:sldMk cId="0" sldId="267"/>
        </pc:sldMkLst>
        <pc:spChg chg="mod">
          <ac:chgData name="Roy, S (Soumen)" userId="d8c84919-a745-4299-ae56-ef1314639c03" providerId="ADAL" clId="{2F7BBD67-BE38-4D5D-87A5-7677E216F891}" dt="2026-05-12T12:08:20.096" v="65" actId="26606"/>
          <ac:spMkLst>
            <pc:docMk/>
            <pc:sldMk cId="0" sldId="267"/>
            <ac:spMk id="2" creationId="{00000000-0000-0000-0000-000000000000}"/>
          </ac:spMkLst>
        </pc:spChg>
        <pc:spChg chg="mod ord">
          <ac:chgData name="Roy, S (Soumen)" userId="d8c84919-a745-4299-ae56-ef1314639c03" providerId="ADAL" clId="{2F7BBD67-BE38-4D5D-87A5-7677E216F891}" dt="2026-05-12T12:08:20.096" v="65" actId="26606"/>
          <ac:spMkLst>
            <pc:docMk/>
            <pc:sldMk cId="0" sldId="267"/>
            <ac:spMk id="3" creationId="{00000000-0000-0000-0000-000000000000}"/>
          </ac:spMkLst>
        </pc:spChg>
        <pc:spChg chg="add">
          <ac:chgData name="Roy, S (Soumen)" userId="d8c84919-a745-4299-ae56-ef1314639c03" providerId="ADAL" clId="{2F7BBD67-BE38-4D5D-87A5-7677E216F891}" dt="2026-05-12T12:08:20.096" v="65" actId="26606"/>
          <ac:spMkLst>
            <pc:docMk/>
            <pc:sldMk cId="0" sldId="267"/>
            <ac:spMk id="10" creationId="{2EB492CD-616E-47F8-933B-5E2D952A0593}"/>
          </ac:spMkLst>
        </pc:spChg>
        <pc:spChg chg="add">
          <ac:chgData name="Roy, S (Soumen)" userId="d8c84919-a745-4299-ae56-ef1314639c03" providerId="ADAL" clId="{2F7BBD67-BE38-4D5D-87A5-7677E216F891}" dt="2026-05-12T12:08:20.096" v="65" actId="26606"/>
          <ac:spMkLst>
            <pc:docMk/>
            <pc:sldMk cId="0" sldId="267"/>
            <ac:spMk id="12" creationId="{59383CF9-23B5-4335-9B21-1791C4CF1C75}"/>
          </ac:spMkLst>
        </pc:spChg>
        <pc:spChg chg="add">
          <ac:chgData name="Roy, S (Soumen)" userId="d8c84919-a745-4299-ae56-ef1314639c03" providerId="ADAL" clId="{2F7BBD67-BE38-4D5D-87A5-7677E216F891}" dt="2026-05-12T12:08:20.096" v="65" actId="26606"/>
          <ac:spMkLst>
            <pc:docMk/>
            <pc:sldMk cId="0" sldId="267"/>
            <ac:spMk id="14" creationId="{0007FE00-9498-4706-B255-6437B0252C02}"/>
          </ac:spMkLst>
        </pc:spChg>
      </pc:sldChg>
      <pc:sldChg chg="addSp delSp modSp mod setBg">
        <pc:chgData name="Roy, S (Soumen)" userId="d8c84919-a745-4299-ae56-ef1314639c03" providerId="ADAL" clId="{2F7BBD67-BE38-4D5D-87A5-7677E216F891}" dt="2026-05-12T12:10:12.646" v="74" actId="26606"/>
        <pc:sldMkLst>
          <pc:docMk/>
          <pc:sldMk cId="0" sldId="268"/>
        </pc:sldMkLst>
        <pc:spChg chg="mod">
          <ac:chgData name="Roy, S (Soumen)" userId="d8c84919-a745-4299-ae56-ef1314639c03" providerId="ADAL" clId="{2F7BBD67-BE38-4D5D-87A5-7677E216F891}" dt="2026-05-12T12:10:12.646" v="74" actId="26606"/>
          <ac:spMkLst>
            <pc:docMk/>
            <pc:sldMk cId="0" sldId="268"/>
            <ac:spMk id="2" creationId="{00000000-0000-0000-0000-000000000000}"/>
          </ac:spMkLst>
        </pc:spChg>
        <pc:spChg chg="add">
          <ac:chgData name="Roy, S (Soumen)" userId="d8c84919-a745-4299-ae56-ef1314639c03" providerId="ADAL" clId="{2F7BBD67-BE38-4D5D-87A5-7677E216F891}" dt="2026-05-12T12:10:12.646" v="74" actId="26606"/>
          <ac:spMkLst>
            <pc:docMk/>
            <pc:sldMk cId="0" sldId="268"/>
            <ac:spMk id="35" creationId="{56E9B3E6-E277-4D68-BA48-9CB43FFBD6E2}"/>
          </ac:spMkLst>
        </pc:spChg>
        <pc:spChg chg="add">
          <ac:chgData name="Roy, S (Soumen)" userId="d8c84919-a745-4299-ae56-ef1314639c03" providerId="ADAL" clId="{2F7BBD67-BE38-4D5D-87A5-7677E216F891}" dt="2026-05-12T12:10:12.646" v="74" actId="26606"/>
          <ac:spMkLst>
            <pc:docMk/>
            <pc:sldMk cId="0" sldId="268"/>
            <ac:spMk id="38" creationId="{D5B0017B-2ECA-49AF-B397-DC140825DF8D}"/>
          </ac:spMkLst>
        </pc:spChg>
        <pc:grpChg chg="add">
          <ac:chgData name="Roy, S (Soumen)" userId="d8c84919-a745-4299-ae56-ef1314639c03" providerId="ADAL" clId="{2F7BBD67-BE38-4D5D-87A5-7677E216F891}" dt="2026-05-12T12:10:12.646" v="74" actId="26606"/>
          <ac:grpSpMkLst>
            <pc:docMk/>
            <pc:sldMk cId="0" sldId="268"/>
            <ac:grpSpMk id="36" creationId="{AE1C45F0-260A-458C-96ED-C1F6D2151219}"/>
          </ac:grpSpMkLst>
        </pc:grpChg>
        <pc:graphicFrameChg chg="add">
          <ac:chgData name="Roy, S (Soumen)" userId="d8c84919-a745-4299-ae56-ef1314639c03" providerId="ADAL" clId="{2F7BBD67-BE38-4D5D-87A5-7677E216F891}" dt="2026-05-12T12:10:12.646" v="74" actId="26606"/>
          <ac:graphicFrameMkLst>
            <pc:docMk/>
            <pc:sldMk cId="0" sldId="268"/>
            <ac:graphicFrameMk id="40" creationId="{9647811F-6F50-7260-6B89-C99AB5BF7794}"/>
          </ac:graphicFrameMkLst>
        </pc:graphicFrameChg>
        <pc:cxnChg chg="add">
          <ac:chgData name="Roy, S (Soumen)" userId="d8c84919-a745-4299-ae56-ef1314639c03" providerId="ADAL" clId="{2F7BBD67-BE38-4D5D-87A5-7677E216F891}" dt="2026-05-12T12:10:12.646" v="74" actId="26606"/>
          <ac:cxnSpMkLst>
            <pc:docMk/>
            <pc:sldMk cId="0" sldId="268"/>
            <ac:cxnSpMk id="39" creationId="{6CF1BAF6-AD41-4082-B212-8A1F9A2E8779}"/>
          </ac:cxnSpMkLst>
        </pc:cxnChg>
      </pc:sldChg>
      <pc:sldChg chg="addSp delSp modSp mod setBg">
        <pc:chgData name="Roy, S (Soumen)" userId="d8c84919-a745-4299-ae56-ef1314639c03" providerId="ADAL" clId="{2F7BBD67-BE38-4D5D-87A5-7677E216F891}" dt="2026-05-12T12:11:21.001" v="75" actId="26606"/>
        <pc:sldMkLst>
          <pc:docMk/>
          <pc:sldMk cId="0" sldId="269"/>
        </pc:sldMkLst>
        <pc:spChg chg="mod">
          <ac:chgData name="Roy, S (Soumen)" userId="d8c84919-a745-4299-ae56-ef1314639c03" providerId="ADAL" clId="{2F7BBD67-BE38-4D5D-87A5-7677E216F891}" dt="2026-05-12T12:11:21.001" v="75" actId="26606"/>
          <ac:spMkLst>
            <pc:docMk/>
            <pc:sldMk cId="0" sldId="269"/>
            <ac:spMk id="2" creationId="{00000000-0000-0000-0000-000000000000}"/>
          </ac:spMkLst>
        </pc:spChg>
        <pc:graphicFrameChg chg="add">
          <ac:chgData name="Roy, S (Soumen)" userId="d8c84919-a745-4299-ae56-ef1314639c03" providerId="ADAL" clId="{2F7BBD67-BE38-4D5D-87A5-7677E216F891}" dt="2026-05-12T12:11:21.001" v="75" actId="26606"/>
          <ac:graphicFrameMkLst>
            <pc:docMk/>
            <pc:sldMk cId="0" sldId="269"/>
            <ac:graphicFrameMk id="5" creationId="{E7165343-4E6C-184A-0086-17D15B33218F}"/>
          </ac:graphicFrameMkLst>
        </pc:graphicFrameChg>
        <pc:picChg chg="add">
          <ac:chgData name="Roy, S (Soumen)" userId="d8c84919-a745-4299-ae56-ef1314639c03" providerId="ADAL" clId="{2F7BBD67-BE38-4D5D-87A5-7677E216F891}" dt="2026-05-12T12:11:21.001" v="75" actId="26606"/>
          <ac:picMkLst>
            <pc:docMk/>
            <pc:sldMk cId="0" sldId="269"/>
            <ac:picMk id="6" creationId="{06116392-D5D3-66ED-08A9-E4BC424B680D}"/>
          </ac:picMkLst>
        </pc:picChg>
      </pc:sldChg>
      <pc:sldChg chg="addSp delSp modSp mod setBg">
        <pc:chgData name="Roy, S (Soumen)" userId="d8c84919-a745-4299-ae56-ef1314639c03" providerId="ADAL" clId="{2F7BBD67-BE38-4D5D-87A5-7677E216F891}" dt="2026-05-12T12:11:47.823" v="76" actId="26606"/>
        <pc:sldMkLst>
          <pc:docMk/>
          <pc:sldMk cId="0" sldId="270"/>
        </pc:sldMkLst>
        <pc:spChg chg="mod">
          <ac:chgData name="Roy, S (Soumen)" userId="d8c84919-a745-4299-ae56-ef1314639c03" providerId="ADAL" clId="{2F7BBD67-BE38-4D5D-87A5-7677E216F891}" dt="2026-05-12T12:11:47.823" v="76" actId="26606"/>
          <ac:spMkLst>
            <pc:docMk/>
            <pc:sldMk cId="0" sldId="270"/>
            <ac:spMk id="2" creationId="{00000000-0000-0000-0000-000000000000}"/>
          </ac:spMkLst>
        </pc:spChg>
        <pc:graphicFrameChg chg="add">
          <ac:chgData name="Roy, S (Soumen)" userId="d8c84919-a745-4299-ae56-ef1314639c03" providerId="ADAL" clId="{2F7BBD67-BE38-4D5D-87A5-7677E216F891}" dt="2026-05-12T12:11:47.823" v="76" actId="26606"/>
          <ac:graphicFrameMkLst>
            <pc:docMk/>
            <pc:sldMk cId="0" sldId="270"/>
            <ac:graphicFrameMk id="5" creationId="{42C1D7CE-31A8-0BCE-A5A5-C828F8A2D4AF}"/>
          </ac:graphicFrameMkLst>
        </pc:graphicFrameChg>
        <pc:picChg chg="add">
          <ac:chgData name="Roy, S (Soumen)" userId="d8c84919-a745-4299-ae56-ef1314639c03" providerId="ADAL" clId="{2F7BBD67-BE38-4D5D-87A5-7677E216F891}" dt="2026-05-12T12:11:47.823" v="76" actId="26606"/>
          <ac:picMkLst>
            <pc:docMk/>
            <pc:sldMk cId="0" sldId="270"/>
            <ac:picMk id="6" creationId="{D539A1A0-A4F5-5C8A-3CCA-31FEFE1157BB}"/>
          </ac:picMkLst>
        </pc:picChg>
      </pc:sldChg>
      <pc:sldChg chg="addSp delSp modSp mod setBg">
        <pc:chgData name="Roy, S (Soumen)" userId="d8c84919-a745-4299-ae56-ef1314639c03" providerId="ADAL" clId="{2F7BBD67-BE38-4D5D-87A5-7677E216F891}" dt="2026-05-12T13:14:49.734" v="352" actId="26606"/>
        <pc:sldMkLst>
          <pc:docMk/>
          <pc:sldMk cId="0" sldId="271"/>
        </pc:sldMkLst>
        <pc:spChg chg="mod">
          <ac:chgData name="Roy, S (Soumen)" userId="d8c84919-a745-4299-ae56-ef1314639c03" providerId="ADAL" clId="{2F7BBD67-BE38-4D5D-87A5-7677E216F891}" dt="2026-05-12T13:14:49.734" v="352" actId="26606"/>
          <ac:spMkLst>
            <pc:docMk/>
            <pc:sldMk cId="0" sldId="271"/>
            <ac:spMk id="2" creationId="{00000000-0000-0000-0000-000000000000}"/>
          </ac:spMkLst>
        </pc:spChg>
        <pc:spChg chg="add">
          <ac:chgData name="Roy, S (Soumen)" userId="d8c84919-a745-4299-ae56-ef1314639c03" providerId="ADAL" clId="{2F7BBD67-BE38-4D5D-87A5-7677E216F891}" dt="2026-05-12T13:14:49.734" v="352" actId="26606"/>
          <ac:spMkLst>
            <pc:docMk/>
            <pc:sldMk cId="0" sldId="271"/>
            <ac:spMk id="11" creationId="{2EB492CD-616E-47F8-933B-5E2D952A0593}"/>
          </ac:spMkLst>
        </pc:spChg>
        <pc:spChg chg="add">
          <ac:chgData name="Roy, S (Soumen)" userId="d8c84919-a745-4299-ae56-ef1314639c03" providerId="ADAL" clId="{2F7BBD67-BE38-4D5D-87A5-7677E216F891}" dt="2026-05-12T13:14:49.734" v="352" actId="26606"/>
          <ac:spMkLst>
            <pc:docMk/>
            <pc:sldMk cId="0" sldId="271"/>
            <ac:spMk id="13" creationId="{59383CF9-23B5-4335-9B21-1791C4CF1C75}"/>
          </ac:spMkLst>
        </pc:spChg>
        <pc:spChg chg="add">
          <ac:chgData name="Roy, S (Soumen)" userId="d8c84919-a745-4299-ae56-ef1314639c03" providerId="ADAL" clId="{2F7BBD67-BE38-4D5D-87A5-7677E216F891}" dt="2026-05-12T13:14:49.734" v="352" actId="26606"/>
          <ac:spMkLst>
            <pc:docMk/>
            <pc:sldMk cId="0" sldId="271"/>
            <ac:spMk id="15" creationId="{0007FE00-9498-4706-B255-6437B0252C02}"/>
          </ac:spMkLst>
        </pc:spChg>
        <pc:graphicFrameChg chg="add mod modGraphic">
          <ac:chgData name="Roy, S (Soumen)" userId="d8c84919-a745-4299-ae56-ef1314639c03" providerId="ADAL" clId="{2F7BBD67-BE38-4D5D-87A5-7677E216F891}" dt="2026-05-12T13:14:49.734" v="352" actId="26606"/>
          <ac:graphicFrameMkLst>
            <pc:docMk/>
            <pc:sldMk cId="0" sldId="271"/>
            <ac:graphicFrameMk id="5" creationId="{D5DC7219-D260-6601-FEE4-209E1DA8FE2C}"/>
          </ac:graphicFrameMkLst>
        </pc:graphicFrameChg>
        <pc:picChg chg="add mod">
          <ac:chgData name="Roy, S (Soumen)" userId="d8c84919-a745-4299-ae56-ef1314639c03" providerId="ADAL" clId="{2F7BBD67-BE38-4D5D-87A5-7677E216F891}" dt="2026-05-12T13:14:49.734" v="352" actId="26606"/>
          <ac:picMkLst>
            <pc:docMk/>
            <pc:sldMk cId="0" sldId="271"/>
            <ac:picMk id="6" creationId="{9EF9BEDB-711F-E928-12BA-70D3DDA3F830}"/>
          </ac:picMkLst>
        </pc:picChg>
      </pc:sldChg>
      <pc:sldChg chg="addSp delSp modSp new mod">
        <pc:chgData name="Roy, S (Soumen)" userId="d8c84919-a745-4299-ae56-ef1314639c03" providerId="ADAL" clId="{2F7BBD67-BE38-4D5D-87A5-7677E216F891}" dt="2026-05-12T13:34:59.910" v="354" actId="20577"/>
        <pc:sldMkLst>
          <pc:docMk/>
          <pc:sldMk cId="3694190811" sldId="272"/>
        </pc:sldMkLst>
      </pc:sldChg>
      <pc:sldChg chg="addSp delSp modSp new mod setBg">
        <pc:chgData name="Roy, S (Soumen)" userId="d8c84919-a745-4299-ae56-ef1314639c03" providerId="ADAL" clId="{2F7BBD67-BE38-4D5D-87A5-7677E216F891}" dt="2026-05-13T08:40:38.753" v="463"/>
        <pc:sldMkLst>
          <pc:docMk/>
          <pc:sldMk cId="228425705" sldId="273"/>
        </pc:sldMkLst>
        <pc:spChg chg="mod">
          <ac:chgData name="Roy, S (Soumen)" userId="d8c84919-a745-4299-ae56-ef1314639c03" providerId="ADAL" clId="{2F7BBD67-BE38-4D5D-87A5-7677E216F891}" dt="2026-05-13T08:32:35.383" v="453" actId="26606"/>
          <ac:spMkLst>
            <pc:docMk/>
            <pc:sldMk cId="228425705" sldId="273"/>
            <ac:spMk id="2" creationId="{D580038A-071E-7776-5C42-04DB4C95B241}"/>
          </ac:spMkLst>
        </pc:spChg>
        <pc:spChg chg="add del">
          <ac:chgData name="Roy, S (Soumen)" userId="d8c84919-a745-4299-ae56-ef1314639c03" providerId="ADAL" clId="{2F7BBD67-BE38-4D5D-87A5-7677E216F891}" dt="2026-05-13T08:31:38.176" v="441"/>
          <ac:spMkLst>
            <pc:docMk/>
            <pc:sldMk cId="228425705" sldId="273"/>
            <ac:spMk id="3" creationId="{B6B285FA-D4EA-6BBE-01F0-97FE9666C6FE}"/>
          </ac:spMkLst>
        </pc:spChg>
        <pc:spChg chg="add">
          <ac:chgData name="Roy, S (Soumen)" userId="d8c84919-a745-4299-ae56-ef1314639c03" providerId="ADAL" clId="{2F7BBD67-BE38-4D5D-87A5-7677E216F891}" dt="2026-05-13T08:32:35.383" v="453" actId="26606"/>
          <ac:spMkLst>
            <pc:docMk/>
            <pc:sldMk cId="228425705" sldId="273"/>
            <ac:spMk id="11" creationId="{A4AC5506-6312-4701-8D3C-40187889A947}"/>
          </ac:spMkLst>
        </pc:spChg>
        <pc:graphicFrameChg chg="add mod">
          <ac:chgData name="Roy, S (Soumen)" userId="d8c84919-a745-4299-ae56-ef1314639c03" providerId="ADAL" clId="{2F7BBD67-BE38-4D5D-87A5-7677E216F891}" dt="2026-05-13T08:30:18.546" v="428"/>
          <ac:graphicFrameMkLst>
            <pc:docMk/>
            <pc:sldMk cId="228425705" sldId="273"/>
            <ac:graphicFrameMk id="4" creationId="{01C60722-B507-E879-4331-C68A69952080}"/>
          </ac:graphicFrameMkLst>
        </pc:graphicFrameChg>
        <pc:graphicFrameChg chg="add mod">
          <ac:chgData name="Roy, S (Soumen)" userId="d8c84919-a745-4299-ae56-ef1314639c03" providerId="ADAL" clId="{2F7BBD67-BE38-4D5D-87A5-7677E216F891}" dt="2026-05-13T08:31:27.210" v="440"/>
          <ac:graphicFrameMkLst>
            <pc:docMk/>
            <pc:sldMk cId="228425705" sldId="273"/>
            <ac:graphicFrameMk id="5" creationId="{F759F778-BED6-4E55-185A-AAFF070CA40D}"/>
          </ac:graphicFrameMkLst>
        </pc:graphicFrameChg>
        <pc:graphicFrameChg chg="add mod modGraphic">
          <ac:chgData name="Roy, S (Soumen)" userId="d8c84919-a745-4299-ae56-ef1314639c03" providerId="ADAL" clId="{2F7BBD67-BE38-4D5D-87A5-7677E216F891}" dt="2026-05-13T08:40:38.753" v="463"/>
          <ac:graphicFrameMkLst>
            <pc:docMk/>
            <pc:sldMk cId="228425705" sldId="273"/>
            <ac:graphicFrameMk id="6" creationId="{7040B70F-1F0F-E631-F35D-03BA2263C1A7}"/>
          </ac:graphicFrameMkLst>
        </pc:graphicFrameChg>
      </pc:sldChg>
      <pc:sldChg chg="addSp delSp modSp new mod setBg addAnim delAnim">
        <pc:chgData name="Roy, S (Soumen)" userId="d8c84919-a745-4299-ae56-ef1314639c03" providerId="ADAL" clId="{2F7BBD67-BE38-4D5D-87A5-7677E216F891}" dt="2026-05-13T08:47:24.189" v="490"/>
        <pc:sldMkLst>
          <pc:docMk/>
          <pc:sldMk cId="1254010977" sldId="274"/>
        </pc:sldMkLst>
        <pc:spChg chg="mod">
          <ac:chgData name="Roy, S (Soumen)" userId="d8c84919-a745-4299-ae56-ef1314639c03" providerId="ADAL" clId="{2F7BBD67-BE38-4D5D-87A5-7677E216F891}" dt="2026-05-13T08:47:24.188" v="489" actId="26606"/>
          <ac:spMkLst>
            <pc:docMk/>
            <pc:sldMk cId="1254010977" sldId="274"/>
            <ac:spMk id="2" creationId="{88B91B96-FBFC-AFB0-6222-C68EFE5658AB}"/>
          </ac:spMkLst>
        </pc:spChg>
        <pc:spChg chg="mod">
          <ac:chgData name="Roy, S (Soumen)" userId="d8c84919-a745-4299-ae56-ef1314639c03" providerId="ADAL" clId="{2F7BBD67-BE38-4D5D-87A5-7677E216F891}" dt="2026-05-13T08:47:24.188" v="489" actId="26606"/>
          <ac:spMkLst>
            <pc:docMk/>
            <pc:sldMk cId="1254010977" sldId="274"/>
            <ac:spMk id="3" creationId="{48E6F4ED-A42D-7DBD-E781-90AFD416BDB6}"/>
          </ac:spMkLst>
        </pc:spChg>
        <pc:spChg chg="add del">
          <ac:chgData name="Roy, S (Soumen)" userId="d8c84919-a745-4299-ae56-ef1314639c03" providerId="ADAL" clId="{2F7BBD67-BE38-4D5D-87A5-7677E216F891}" dt="2026-05-13T08:47:14.819" v="481" actId="26606"/>
          <ac:spMkLst>
            <pc:docMk/>
            <pc:sldMk cId="1254010977" sldId="274"/>
            <ac:spMk id="8" creationId="{09588DA8-065E-4F6F-8EFD-43104AB2E0CF}"/>
          </ac:spMkLst>
        </pc:spChg>
        <pc:spChg chg="add del">
          <ac:chgData name="Roy, S (Soumen)" userId="d8c84919-a745-4299-ae56-ef1314639c03" providerId="ADAL" clId="{2F7BBD67-BE38-4D5D-87A5-7677E216F891}" dt="2026-05-13T08:47:14.819" v="481" actId="26606"/>
          <ac:spMkLst>
            <pc:docMk/>
            <pc:sldMk cId="1254010977" sldId="274"/>
            <ac:spMk id="10" creationId="{C4285719-470E-454C-AF62-8323075F1F5B}"/>
          </ac:spMkLst>
        </pc:spChg>
        <pc:spChg chg="add del">
          <ac:chgData name="Roy, S (Soumen)" userId="d8c84919-a745-4299-ae56-ef1314639c03" providerId="ADAL" clId="{2F7BBD67-BE38-4D5D-87A5-7677E216F891}" dt="2026-05-13T08:47:14.819" v="481" actId="26606"/>
          <ac:spMkLst>
            <pc:docMk/>
            <pc:sldMk cId="1254010977" sldId="274"/>
            <ac:spMk id="12" creationId="{CD9FE4EF-C4D8-49A0-B2FF-81D8DB7D8A24}"/>
          </ac:spMkLst>
        </pc:spChg>
        <pc:spChg chg="add del">
          <ac:chgData name="Roy, S (Soumen)" userId="d8c84919-a745-4299-ae56-ef1314639c03" providerId="ADAL" clId="{2F7BBD67-BE38-4D5D-87A5-7677E216F891}" dt="2026-05-13T08:47:14.819" v="481" actId="26606"/>
          <ac:spMkLst>
            <pc:docMk/>
            <pc:sldMk cId="1254010977" sldId="274"/>
            <ac:spMk id="14" creationId="{4300840D-0A0B-4512-BACA-B439D5B9C57C}"/>
          </ac:spMkLst>
        </pc:spChg>
        <pc:spChg chg="add del">
          <ac:chgData name="Roy, S (Soumen)" userId="d8c84919-a745-4299-ae56-ef1314639c03" providerId="ADAL" clId="{2F7BBD67-BE38-4D5D-87A5-7677E216F891}" dt="2026-05-13T08:47:14.819" v="481" actId="26606"/>
          <ac:spMkLst>
            <pc:docMk/>
            <pc:sldMk cId="1254010977" sldId="274"/>
            <ac:spMk id="16" creationId="{D2B78728-A580-49A7-84F9-6EF6F583ADE0}"/>
          </ac:spMkLst>
        </pc:spChg>
        <pc:spChg chg="add del">
          <ac:chgData name="Roy, S (Soumen)" userId="d8c84919-a745-4299-ae56-ef1314639c03" providerId="ADAL" clId="{2F7BBD67-BE38-4D5D-87A5-7677E216F891}" dt="2026-05-13T08:47:14.819" v="481" actId="26606"/>
          <ac:spMkLst>
            <pc:docMk/>
            <pc:sldMk cId="1254010977" sldId="274"/>
            <ac:spMk id="18" creationId="{38FAA1A1-D861-433F-88FA-1E9D6FD31D11}"/>
          </ac:spMkLst>
        </pc:spChg>
        <pc:spChg chg="add del">
          <ac:chgData name="Roy, S (Soumen)" userId="d8c84919-a745-4299-ae56-ef1314639c03" providerId="ADAL" clId="{2F7BBD67-BE38-4D5D-87A5-7677E216F891}" dt="2026-05-13T08:47:14.819" v="481" actId="26606"/>
          <ac:spMkLst>
            <pc:docMk/>
            <pc:sldMk cId="1254010977" sldId="274"/>
            <ac:spMk id="20" creationId="{8D71EDA1-87BF-4D5D-AB79-F346FD19278A}"/>
          </ac:spMkLst>
        </pc:spChg>
        <pc:spChg chg="add del">
          <ac:chgData name="Roy, S (Soumen)" userId="d8c84919-a745-4299-ae56-ef1314639c03" providerId="ADAL" clId="{2F7BBD67-BE38-4D5D-87A5-7677E216F891}" dt="2026-05-13T08:47:24.176" v="488" actId="26606"/>
          <ac:spMkLst>
            <pc:docMk/>
            <pc:sldMk cId="1254010977" sldId="274"/>
            <ac:spMk id="22" creationId="{C39ADB8F-D187-49D7-BDCF-C1B6DC727068}"/>
          </ac:spMkLst>
        </pc:spChg>
        <pc:spChg chg="add del">
          <ac:chgData name="Roy, S (Soumen)" userId="d8c84919-a745-4299-ae56-ef1314639c03" providerId="ADAL" clId="{2F7BBD67-BE38-4D5D-87A5-7677E216F891}" dt="2026-05-13T08:47:18.272" v="484" actId="26606"/>
          <ac:spMkLst>
            <pc:docMk/>
            <pc:sldMk cId="1254010977" sldId="274"/>
            <ac:spMk id="24" creationId="{C7D023E4-8DE1-436E-9847-ED6A4B4B04FD}"/>
          </ac:spMkLst>
        </pc:spChg>
        <pc:spChg chg="add del">
          <ac:chgData name="Roy, S (Soumen)" userId="d8c84919-a745-4299-ae56-ef1314639c03" providerId="ADAL" clId="{2F7BBD67-BE38-4D5D-87A5-7677E216F891}" dt="2026-05-13T08:47:18.272" v="484" actId="26606"/>
          <ac:spMkLst>
            <pc:docMk/>
            <pc:sldMk cId="1254010977" sldId="274"/>
            <ac:spMk id="25" creationId="{63C1F321-BB96-4700-B3CE-1A6156067F44}"/>
          </ac:spMkLst>
        </pc:spChg>
        <pc:spChg chg="add del">
          <ac:chgData name="Roy, S (Soumen)" userId="d8c84919-a745-4299-ae56-ef1314639c03" providerId="ADAL" clId="{2F7BBD67-BE38-4D5D-87A5-7677E216F891}" dt="2026-05-13T08:47:21.814" v="486" actId="26606"/>
          <ac:spMkLst>
            <pc:docMk/>
            <pc:sldMk cId="1254010977" sldId="274"/>
            <ac:spMk id="32" creationId="{6F5A5072-7B47-4D32-B52A-4EBBF590B8A5}"/>
          </ac:spMkLst>
        </pc:spChg>
        <pc:spChg chg="add del">
          <ac:chgData name="Roy, S (Soumen)" userId="d8c84919-a745-4299-ae56-ef1314639c03" providerId="ADAL" clId="{2F7BBD67-BE38-4D5D-87A5-7677E216F891}" dt="2026-05-13T08:47:21.814" v="486" actId="26606"/>
          <ac:spMkLst>
            <pc:docMk/>
            <pc:sldMk cId="1254010977" sldId="274"/>
            <ac:spMk id="33" creationId="{9715DAF0-AE1B-46C9-8A6B-DB2AA05AB91D}"/>
          </ac:spMkLst>
        </pc:spChg>
        <pc:spChg chg="add del">
          <ac:chgData name="Roy, S (Soumen)" userId="d8c84919-a745-4299-ae56-ef1314639c03" providerId="ADAL" clId="{2F7BBD67-BE38-4D5D-87A5-7677E216F891}" dt="2026-05-13T08:47:21.814" v="486" actId="26606"/>
          <ac:spMkLst>
            <pc:docMk/>
            <pc:sldMk cId="1254010977" sldId="274"/>
            <ac:spMk id="34" creationId="{6016219D-510E-4184-9090-6D5578A87BD1}"/>
          </ac:spMkLst>
        </pc:spChg>
        <pc:spChg chg="add del">
          <ac:chgData name="Roy, S (Soumen)" userId="d8c84919-a745-4299-ae56-ef1314639c03" providerId="ADAL" clId="{2F7BBD67-BE38-4D5D-87A5-7677E216F891}" dt="2026-05-13T08:47:21.814" v="486" actId="26606"/>
          <ac:spMkLst>
            <pc:docMk/>
            <pc:sldMk cId="1254010977" sldId="274"/>
            <ac:spMk id="35" creationId="{AFF4A713-7B75-4B21-90D7-5AB19547C728}"/>
          </ac:spMkLst>
        </pc:spChg>
        <pc:spChg chg="add del">
          <ac:chgData name="Roy, S (Soumen)" userId="d8c84919-a745-4299-ae56-ef1314639c03" providerId="ADAL" clId="{2F7BBD67-BE38-4D5D-87A5-7677E216F891}" dt="2026-05-13T08:47:21.814" v="486" actId="26606"/>
          <ac:spMkLst>
            <pc:docMk/>
            <pc:sldMk cId="1254010977" sldId="274"/>
            <ac:spMk id="36" creationId="{DC631C0B-6DA6-4E57-8231-CE32B3434A7E}"/>
          </ac:spMkLst>
        </pc:spChg>
        <pc:spChg chg="add del">
          <ac:chgData name="Roy, S (Soumen)" userId="d8c84919-a745-4299-ae56-ef1314639c03" providerId="ADAL" clId="{2F7BBD67-BE38-4D5D-87A5-7677E216F891}" dt="2026-05-13T08:47:21.814" v="486" actId="26606"/>
          <ac:spMkLst>
            <pc:docMk/>
            <pc:sldMk cId="1254010977" sldId="274"/>
            <ac:spMk id="37" creationId="{C29501E6-A978-4A61-9689-9085AF97A53A}"/>
          </ac:spMkLst>
        </pc:spChg>
        <pc:spChg chg="add del">
          <ac:chgData name="Roy, S (Soumen)" userId="d8c84919-a745-4299-ae56-ef1314639c03" providerId="ADAL" clId="{2F7BBD67-BE38-4D5D-87A5-7677E216F891}" dt="2026-05-13T08:47:24.176" v="488" actId="26606"/>
          <ac:spMkLst>
            <pc:docMk/>
            <pc:sldMk cId="1254010977" sldId="274"/>
            <ac:spMk id="39" creationId="{1A3C89F8-0D2F-47FF-B903-151248265F47}"/>
          </ac:spMkLst>
        </pc:spChg>
        <pc:spChg chg="add del">
          <ac:chgData name="Roy, S (Soumen)" userId="d8c84919-a745-4299-ae56-ef1314639c03" providerId="ADAL" clId="{2F7BBD67-BE38-4D5D-87A5-7677E216F891}" dt="2026-05-13T08:47:24.176" v="488" actId="26606"/>
          <ac:spMkLst>
            <pc:docMk/>
            <pc:sldMk cId="1254010977" sldId="274"/>
            <ac:spMk id="40" creationId="{C5CB530E-515E-412C-9DF1-5F8FFBD6F383}"/>
          </ac:spMkLst>
        </pc:spChg>
        <pc:spChg chg="add del">
          <ac:chgData name="Roy, S (Soumen)" userId="d8c84919-a745-4299-ae56-ef1314639c03" providerId="ADAL" clId="{2F7BBD67-BE38-4D5D-87A5-7677E216F891}" dt="2026-05-13T08:47:24.176" v="488" actId="26606"/>
          <ac:spMkLst>
            <pc:docMk/>
            <pc:sldMk cId="1254010977" sldId="274"/>
            <ac:spMk id="41" creationId="{712D4376-A578-4FF1-94FC-245E7A6A489F}"/>
          </ac:spMkLst>
        </pc:spChg>
        <pc:spChg chg="add del">
          <ac:chgData name="Roy, S (Soumen)" userId="d8c84919-a745-4299-ae56-ef1314639c03" providerId="ADAL" clId="{2F7BBD67-BE38-4D5D-87A5-7677E216F891}" dt="2026-05-13T08:47:24.176" v="488" actId="26606"/>
          <ac:spMkLst>
            <pc:docMk/>
            <pc:sldMk cId="1254010977" sldId="274"/>
            <ac:spMk id="42" creationId="{AEA7509D-F04F-40CB-A0B3-EEF16499CC9F}"/>
          </ac:spMkLst>
        </pc:spChg>
        <pc:spChg chg="add del">
          <ac:chgData name="Roy, S (Soumen)" userId="d8c84919-a745-4299-ae56-ef1314639c03" providerId="ADAL" clId="{2F7BBD67-BE38-4D5D-87A5-7677E216F891}" dt="2026-05-13T08:47:24.176" v="488" actId="26606"/>
          <ac:spMkLst>
            <pc:docMk/>
            <pc:sldMk cId="1254010977" sldId="274"/>
            <ac:spMk id="44" creationId="{508BEF50-7B1E-49A4-BC19-5F4F1D755E64}"/>
          </ac:spMkLst>
        </pc:spChg>
        <pc:spChg chg="add del">
          <ac:chgData name="Roy, S (Soumen)" userId="d8c84919-a745-4299-ae56-ef1314639c03" providerId="ADAL" clId="{2F7BBD67-BE38-4D5D-87A5-7677E216F891}" dt="2026-05-13T08:47:24.176" v="488" actId="26606"/>
          <ac:spMkLst>
            <pc:docMk/>
            <pc:sldMk cId="1254010977" sldId="274"/>
            <ac:spMk id="45" creationId="{3FBAD350-5664-4811-A208-657FB882D350}"/>
          </ac:spMkLst>
        </pc:spChg>
        <pc:spChg chg="add">
          <ac:chgData name="Roy, S (Soumen)" userId="d8c84919-a745-4299-ae56-ef1314639c03" providerId="ADAL" clId="{2F7BBD67-BE38-4D5D-87A5-7677E216F891}" dt="2026-05-13T08:47:24.188" v="489" actId="26606"/>
          <ac:spMkLst>
            <pc:docMk/>
            <pc:sldMk cId="1254010977" sldId="274"/>
            <ac:spMk id="47" creationId="{09588DA8-065E-4F6F-8EFD-43104AB2E0CF}"/>
          </ac:spMkLst>
        </pc:spChg>
        <pc:spChg chg="add">
          <ac:chgData name="Roy, S (Soumen)" userId="d8c84919-a745-4299-ae56-ef1314639c03" providerId="ADAL" clId="{2F7BBD67-BE38-4D5D-87A5-7677E216F891}" dt="2026-05-13T08:47:24.188" v="489" actId="26606"/>
          <ac:spMkLst>
            <pc:docMk/>
            <pc:sldMk cId="1254010977" sldId="274"/>
            <ac:spMk id="48" creationId="{C4285719-470E-454C-AF62-8323075F1F5B}"/>
          </ac:spMkLst>
        </pc:spChg>
        <pc:spChg chg="add">
          <ac:chgData name="Roy, S (Soumen)" userId="d8c84919-a745-4299-ae56-ef1314639c03" providerId="ADAL" clId="{2F7BBD67-BE38-4D5D-87A5-7677E216F891}" dt="2026-05-13T08:47:24.188" v="489" actId="26606"/>
          <ac:spMkLst>
            <pc:docMk/>
            <pc:sldMk cId="1254010977" sldId="274"/>
            <ac:spMk id="49" creationId="{CD9FE4EF-C4D8-49A0-B2FF-81D8DB7D8A24}"/>
          </ac:spMkLst>
        </pc:spChg>
        <pc:spChg chg="add">
          <ac:chgData name="Roy, S (Soumen)" userId="d8c84919-a745-4299-ae56-ef1314639c03" providerId="ADAL" clId="{2F7BBD67-BE38-4D5D-87A5-7677E216F891}" dt="2026-05-13T08:47:24.188" v="489" actId="26606"/>
          <ac:spMkLst>
            <pc:docMk/>
            <pc:sldMk cId="1254010977" sldId="274"/>
            <ac:spMk id="50" creationId="{4300840D-0A0B-4512-BACA-B439D5B9C57C}"/>
          </ac:spMkLst>
        </pc:spChg>
        <pc:spChg chg="add">
          <ac:chgData name="Roy, S (Soumen)" userId="d8c84919-a745-4299-ae56-ef1314639c03" providerId="ADAL" clId="{2F7BBD67-BE38-4D5D-87A5-7677E216F891}" dt="2026-05-13T08:47:24.188" v="489" actId="26606"/>
          <ac:spMkLst>
            <pc:docMk/>
            <pc:sldMk cId="1254010977" sldId="274"/>
            <ac:spMk id="51" creationId="{D2B78728-A580-49A7-84F9-6EF6F583ADE0}"/>
          </ac:spMkLst>
        </pc:spChg>
        <pc:spChg chg="add">
          <ac:chgData name="Roy, S (Soumen)" userId="d8c84919-a745-4299-ae56-ef1314639c03" providerId="ADAL" clId="{2F7BBD67-BE38-4D5D-87A5-7677E216F891}" dt="2026-05-13T08:47:24.188" v="489" actId="26606"/>
          <ac:spMkLst>
            <pc:docMk/>
            <pc:sldMk cId="1254010977" sldId="274"/>
            <ac:spMk id="52" creationId="{38FAA1A1-D861-433F-88FA-1E9D6FD31D11}"/>
          </ac:spMkLst>
        </pc:spChg>
        <pc:spChg chg="add">
          <ac:chgData name="Roy, S (Soumen)" userId="d8c84919-a745-4299-ae56-ef1314639c03" providerId="ADAL" clId="{2F7BBD67-BE38-4D5D-87A5-7677E216F891}" dt="2026-05-13T08:47:24.188" v="489" actId="26606"/>
          <ac:spMkLst>
            <pc:docMk/>
            <pc:sldMk cId="1254010977" sldId="274"/>
            <ac:spMk id="53" creationId="{8D71EDA1-87BF-4D5D-AB79-F346FD19278A}"/>
          </ac:spMkLst>
        </pc:spChg>
        <pc:grpChg chg="add del">
          <ac:chgData name="Roy, S (Soumen)" userId="d8c84919-a745-4299-ae56-ef1314639c03" providerId="ADAL" clId="{2F7BBD67-BE38-4D5D-87A5-7677E216F891}" dt="2026-05-13T08:47:18.272" v="484" actId="26606"/>
          <ac:grpSpMkLst>
            <pc:docMk/>
            <pc:sldMk cId="1254010977" sldId="274"/>
            <ac:grpSpMk id="26" creationId="{3FA1AD64-F15F-417D-956C-B2C211FC905E}"/>
          </ac:grpSpMkLst>
        </pc:grpChg>
        <pc:grpChg chg="add del">
          <ac:chgData name="Roy, S (Soumen)" userId="d8c84919-a745-4299-ae56-ef1314639c03" providerId="ADAL" clId="{2F7BBD67-BE38-4D5D-87A5-7677E216F891}" dt="2026-05-13T08:47:18.272" v="484" actId="26606"/>
          <ac:grpSpMkLst>
            <pc:docMk/>
            <pc:sldMk cId="1254010977" sldId="274"/>
            <ac:grpSpMk id="28" creationId="{43F5E015-E085-4624-B431-B42414448684}"/>
          </ac:grpSpMkLst>
        </pc:grpChg>
        <pc:cxnChg chg="add del">
          <ac:chgData name="Roy, S (Soumen)" userId="d8c84919-a745-4299-ae56-ef1314639c03" providerId="ADAL" clId="{2F7BBD67-BE38-4D5D-87A5-7677E216F891}" dt="2026-05-13T08:47:24.176" v="488" actId="26606"/>
          <ac:cxnSpMkLst>
            <pc:docMk/>
            <pc:sldMk cId="1254010977" sldId="274"/>
            <ac:cxnSpMk id="43" creationId="{56020367-4FD5-4596-8E10-C5F095CD8DBF}"/>
          </ac:cxnSpMkLst>
        </pc:cxnChg>
      </pc:sldChg>
      <pc:sldChg chg="new">
        <pc:chgData name="Roy, S (Soumen)" userId="d8c84919-a745-4299-ae56-ef1314639c03" providerId="ADAL" clId="{2F7BBD67-BE38-4D5D-87A5-7677E216F891}" dt="2026-05-13T12:35:15.547" v="494" actId="680"/>
        <pc:sldMkLst>
          <pc:docMk/>
          <pc:sldMk cId="75400812" sldId="275"/>
        </pc:sldMkLst>
      </pc:sldChg>
      <pc:sldChg chg="del">
        <pc:chgData name="Roy, S (Soumen)" userId="d8c84919-a745-4299-ae56-ef1314639c03" providerId="ADAL" clId="{2F7BBD67-BE38-4D5D-87A5-7677E216F891}" dt="2026-05-13T12:35:12.453" v="493" actId="47"/>
        <pc:sldMkLst>
          <pc:docMk/>
          <pc:sldMk cId="2584510194" sldId="275"/>
        </pc:sldMkLst>
      </pc:sldChg>
      <pc:sldChg chg="new">
        <pc:chgData name="Roy, S (Soumen)" userId="d8c84919-a745-4299-ae56-ef1314639c03" providerId="ADAL" clId="{2F7BBD67-BE38-4D5D-87A5-7677E216F891}" dt="2026-05-13T12:35:27.050" v="495" actId="680"/>
        <pc:sldMkLst>
          <pc:docMk/>
          <pc:sldMk cId="2225708402" sldId="276"/>
        </pc:sldMkLst>
      </pc:sldChg>
      <pc:sldChg chg="new del">
        <pc:chgData name="Roy, S (Soumen)" userId="d8c84919-a745-4299-ae56-ef1314639c03" providerId="ADAL" clId="{2F7BBD67-BE38-4D5D-87A5-7677E216F891}" dt="2026-05-13T11:26:37.100" v="492" actId="680"/>
        <pc:sldMkLst>
          <pc:docMk/>
          <pc:sldMk cId="3443764382" sldId="276"/>
        </pc:sldMkLst>
      </pc:sldChg>
      <pc:sldChg chg="new">
        <pc:chgData name="Roy, S (Soumen)" userId="d8c84919-a745-4299-ae56-ef1314639c03" providerId="ADAL" clId="{2F7BBD67-BE38-4D5D-87A5-7677E216F891}" dt="2026-05-13T12:35:27.561" v="496" actId="680"/>
        <pc:sldMkLst>
          <pc:docMk/>
          <pc:sldMk cId="3172176119" sldId="277"/>
        </pc:sldMkLst>
      </pc:sldChg>
      <pc:sldChg chg="new">
        <pc:chgData name="Roy, S (Soumen)" userId="d8c84919-a745-4299-ae56-ef1314639c03" providerId="ADAL" clId="{2F7BBD67-BE38-4D5D-87A5-7677E216F891}" dt="2026-05-13T12:35:27.593" v="497" actId="680"/>
        <pc:sldMkLst>
          <pc:docMk/>
          <pc:sldMk cId="3962379868" sldId="278"/>
        </pc:sldMkLst>
      </pc:sldChg>
      <pc:sldChg chg="new">
        <pc:chgData name="Roy, S (Soumen)" userId="d8c84919-a745-4299-ae56-ef1314639c03" providerId="ADAL" clId="{2F7BBD67-BE38-4D5D-87A5-7677E216F891}" dt="2026-05-13T12:35:27.629" v="498" actId="680"/>
        <pc:sldMkLst>
          <pc:docMk/>
          <pc:sldMk cId="1376817848" sldId="279"/>
        </pc:sldMkLst>
      </pc:sldChg>
      <pc:sldChg chg="new">
        <pc:chgData name="Roy, S (Soumen)" userId="d8c84919-a745-4299-ae56-ef1314639c03" providerId="ADAL" clId="{2F7BBD67-BE38-4D5D-87A5-7677E216F891}" dt="2026-05-13T12:35:27.654" v="499" actId="680"/>
        <pc:sldMkLst>
          <pc:docMk/>
          <pc:sldMk cId="1423976217" sldId="280"/>
        </pc:sldMkLst>
      </pc:sldChg>
      <pc:sldChg chg="new">
        <pc:chgData name="Roy, S (Soumen)" userId="d8c84919-a745-4299-ae56-ef1314639c03" providerId="ADAL" clId="{2F7BBD67-BE38-4D5D-87A5-7677E216F891}" dt="2026-05-13T12:35:27.682" v="500" actId="680"/>
        <pc:sldMkLst>
          <pc:docMk/>
          <pc:sldMk cId="1468262721" sldId="281"/>
        </pc:sldMkLst>
      </pc:sldChg>
      <pc:sldChg chg="new">
        <pc:chgData name="Roy, S (Soumen)" userId="d8c84919-a745-4299-ae56-ef1314639c03" providerId="ADAL" clId="{2F7BBD67-BE38-4D5D-87A5-7677E216F891}" dt="2026-05-13T12:35:27.726" v="501" actId="680"/>
        <pc:sldMkLst>
          <pc:docMk/>
          <pc:sldMk cId="2611939515" sldId="282"/>
        </pc:sldMkLst>
      </pc:sldChg>
      <pc:sldChg chg="new">
        <pc:chgData name="Roy, S (Soumen)" userId="d8c84919-a745-4299-ae56-ef1314639c03" providerId="ADAL" clId="{2F7BBD67-BE38-4D5D-87A5-7677E216F891}" dt="2026-05-13T12:35:27.765" v="502" actId="680"/>
        <pc:sldMkLst>
          <pc:docMk/>
          <pc:sldMk cId="2138135103" sldId="283"/>
        </pc:sldMkLst>
      </pc:sldChg>
      <pc:sldChg chg="new">
        <pc:chgData name="Roy, S (Soumen)" userId="d8c84919-a745-4299-ae56-ef1314639c03" providerId="ADAL" clId="{2F7BBD67-BE38-4D5D-87A5-7677E216F891}" dt="2026-05-13T12:35:27.798" v="503" actId="680"/>
        <pc:sldMkLst>
          <pc:docMk/>
          <pc:sldMk cId="2481377454" sldId="284"/>
        </pc:sldMkLst>
      </pc:sldChg>
      <pc:sldChg chg="new">
        <pc:chgData name="Roy, S (Soumen)" userId="d8c84919-a745-4299-ae56-ef1314639c03" providerId="ADAL" clId="{2F7BBD67-BE38-4D5D-87A5-7677E216F891}" dt="2026-05-13T12:35:27.827" v="504" actId="680"/>
        <pc:sldMkLst>
          <pc:docMk/>
          <pc:sldMk cId="1252530104" sldId="285"/>
        </pc:sldMkLst>
      </pc:sldChg>
      <pc:sldChg chg="new">
        <pc:chgData name="Roy, S (Soumen)" userId="d8c84919-a745-4299-ae56-ef1314639c03" providerId="ADAL" clId="{2F7BBD67-BE38-4D5D-87A5-7677E216F891}" dt="2026-05-13T12:35:27.857" v="505" actId="680"/>
        <pc:sldMkLst>
          <pc:docMk/>
          <pc:sldMk cId="1195617174" sldId="286"/>
        </pc:sldMkLst>
      </pc:sldChg>
      <pc:sldChg chg="new">
        <pc:chgData name="Roy, S (Soumen)" userId="d8c84919-a745-4299-ae56-ef1314639c03" providerId="ADAL" clId="{2F7BBD67-BE38-4D5D-87A5-7677E216F891}" dt="2026-05-13T12:35:27.892" v="506" actId="680"/>
        <pc:sldMkLst>
          <pc:docMk/>
          <pc:sldMk cId="1142837437" sldId="287"/>
        </pc:sldMkLst>
      </pc:sldChg>
      <pc:sldChg chg="new">
        <pc:chgData name="Roy, S (Soumen)" userId="d8c84919-a745-4299-ae56-ef1314639c03" providerId="ADAL" clId="{2F7BBD67-BE38-4D5D-87A5-7677E216F891}" dt="2026-05-13T12:35:27.919" v="507" actId="680"/>
        <pc:sldMkLst>
          <pc:docMk/>
          <pc:sldMk cId="2866074492" sldId="288"/>
        </pc:sldMkLst>
      </pc:sldChg>
      <pc:sldChg chg="new">
        <pc:chgData name="Roy, S (Soumen)" userId="d8c84919-a745-4299-ae56-ef1314639c03" providerId="ADAL" clId="{2F7BBD67-BE38-4D5D-87A5-7677E216F891}" dt="2026-05-13T12:35:27.949" v="508" actId="680"/>
        <pc:sldMkLst>
          <pc:docMk/>
          <pc:sldMk cId="3871826201" sldId="289"/>
        </pc:sldMkLst>
      </pc:sldChg>
      <pc:sldChg chg="new">
        <pc:chgData name="Roy, S (Soumen)" userId="d8c84919-a745-4299-ae56-ef1314639c03" providerId="ADAL" clId="{2F7BBD67-BE38-4D5D-87A5-7677E216F891}" dt="2026-05-13T12:35:27.991" v="509" actId="680"/>
        <pc:sldMkLst>
          <pc:docMk/>
          <pc:sldMk cId="247908859" sldId="290"/>
        </pc:sldMkLst>
      </pc:sldChg>
      <pc:sldChg chg="new">
        <pc:chgData name="Roy, S (Soumen)" userId="d8c84919-a745-4299-ae56-ef1314639c03" providerId="ADAL" clId="{2F7BBD67-BE38-4D5D-87A5-7677E216F891}" dt="2026-05-13T12:35:28.027" v="510" actId="680"/>
        <pc:sldMkLst>
          <pc:docMk/>
          <pc:sldMk cId="777453027" sldId="291"/>
        </pc:sldMkLst>
      </pc:sldChg>
      <pc:sldChg chg="new">
        <pc:chgData name="Roy, S (Soumen)" userId="d8c84919-a745-4299-ae56-ef1314639c03" providerId="ADAL" clId="{2F7BBD67-BE38-4D5D-87A5-7677E216F891}" dt="2026-05-13T12:35:28.058" v="511" actId="680"/>
        <pc:sldMkLst>
          <pc:docMk/>
          <pc:sldMk cId="3488271792" sldId="292"/>
        </pc:sldMkLst>
      </pc:sldChg>
      <pc:sldChg chg="new">
        <pc:chgData name="Roy, S (Soumen)" userId="d8c84919-a745-4299-ae56-ef1314639c03" providerId="ADAL" clId="{2F7BBD67-BE38-4D5D-87A5-7677E216F891}" dt="2026-05-13T12:35:28.092" v="512" actId="680"/>
        <pc:sldMkLst>
          <pc:docMk/>
          <pc:sldMk cId="527863736" sldId="293"/>
        </pc:sldMkLst>
      </pc:sldChg>
      <pc:sldChg chg="new">
        <pc:chgData name="Roy, S (Soumen)" userId="d8c84919-a745-4299-ae56-ef1314639c03" providerId="ADAL" clId="{2F7BBD67-BE38-4D5D-87A5-7677E216F891}" dt="2026-05-13T12:35:28.135" v="513" actId="680"/>
        <pc:sldMkLst>
          <pc:docMk/>
          <pc:sldMk cId="876077292" sldId="294"/>
        </pc:sldMkLst>
      </pc:sldChg>
      <pc:sldChg chg="new">
        <pc:chgData name="Roy, S (Soumen)" userId="d8c84919-a745-4299-ae56-ef1314639c03" providerId="ADAL" clId="{2F7BBD67-BE38-4D5D-87A5-7677E216F891}" dt="2026-05-13T12:35:28.159" v="514" actId="680"/>
        <pc:sldMkLst>
          <pc:docMk/>
          <pc:sldMk cId="1383241786" sldId="295"/>
        </pc:sldMkLst>
      </pc:sldChg>
      <pc:sldChg chg="new">
        <pc:chgData name="Roy, S (Soumen)" userId="d8c84919-a745-4299-ae56-ef1314639c03" providerId="ADAL" clId="{2F7BBD67-BE38-4D5D-87A5-7677E216F891}" dt="2026-05-13T12:35:28.182" v="515" actId="680"/>
        <pc:sldMkLst>
          <pc:docMk/>
          <pc:sldMk cId="577960440" sldId="296"/>
        </pc:sldMkLst>
      </pc:sldChg>
      <pc:sldChg chg="new">
        <pc:chgData name="Roy, S (Soumen)" userId="d8c84919-a745-4299-ae56-ef1314639c03" providerId="ADAL" clId="{2F7BBD67-BE38-4D5D-87A5-7677E216F891}" dt="2026-05-13T12:35:28.212" v="516" actId="680"/>
        <pc:sldMkLst>
          <pc:docMk/>
          <pc:sldMk cId="2413282204" sldId="297"/>
        </pc:sldMkLst>
      </pc:sldChg>
      <pc:sldChg chg="new">
        <pc:chgData name="Roy, S (Soumen)" userId="d8c84919-a745-4299-ae56-ef1314639c03" providerId="ADAL" clId="{2F7BBD67-BE38-4D5D-87A5-7677E216F891}" dt="2026-05-13T12:35:28.258" v="517" actId="680"/>
        <pc:sldMkLst>
          <pc:docMk/>
          <pc:sldMk cId="4204903172" sldId="298"/>
        </pc:sldMkLst>
      </pc:sldChg>
      <pc:sldChg chg="new">
        <pc:chgData name="Roy, S (Soumen)" userId="d8c84919-a745-4299-ae56-ef1314639c03" providerId="ADAL" clId="{2F7BBD67-BE38-4D5D-87A5-7677E216F891}" dt="2026-05-13T12:35:28.288" v="518" actId="680"/>
        <pc:sldMkLst>
          <pc:docMk/>
          <pc:sldMk cId="662047059" sldId="299"/>
        </pc:sldMkLst>
      </pc:sldChg>
      <pc:sldChg chg="new">
        <pc:chgData name="Roy, S (Soumen)" userId="d8c84919-a745-4299-ae56-ef1314639c03" providerId="ADAL" clId="{2F7BBD67-BE38-4D5D-87A5-7677E216F891}" dt="2026-05-13T12:35:28.319" v="519" actId="680"/>
        <pc:sldMkLst>
          <pc:docMk/>
          <pc:sldMk cId="4237649405" sldId="300"/>
        </pc:sldMkLst>
      </pc:sldChg>
      <pc:sldChg chg="new">
        <pc:chgData name="Roy, S (Soumen)" userId="d8c84919-a745-4299-ae56-ef1314639c03" providerId="ADAL" clId="{2F7BBD67-BE38-4D5D-87A5-7677E216F891}" dt="2026-05-13T12:35:28.349" v="520" actId="680"/>
        <pc:sldMkLst>
          <pc:docMk/>
          <pc:sldMk cId="1989566260" sldId="301"/>
        </pc:sldMkLst>
      </pc:sldChg>
      <pc:sldChg chg="new">
        <pc:chgData name="Roy, S (Soumen)" userId="d8c84919-a745-4299-ae56-ef1314639c03" providerId="ADAL" clId="{2F7BBD67-BE38-4D5D-87A5-7677E216F891}" dt="2026-05-13T12:35:28.380" v="521" actId="680"/>
        <pc:sldMkLst>
          <pc:docMk/>
          <pc:sldMk cId="1756276968" sldId="302"/>
        </pc:sldMkLst>
      </pc:sldChg>
      <pc:sldChg chg="new">
        <pc:chgData name="Roy, S (Soumen)" userId="d8c84919-a745-4299-ae56-ef1314639c03" providerId="ADAL" clId="{2F7BBD67-BE38-4D5D-87A5-7677E216F891}" dt="2026-05-13T12:35:28.412" v="522" actId="680"/>
        <pc:sldMkLst>
          <pc:docMk/>
          <pc:sldMk cId="1965724479" sldId="303"/>
        </pc:sldMkLst>
      </pc:sldChg>
      <pc:sldChg chg="new">
        <pc:chgData name="Roy, S (Soumen)" userId="d8c84919-a745-4299-ae56-ef1314639c03" providerId="ADAL" clId="{2F7BBD67-BE38-4D5D-87A5-7677E216F891}" dt="2026-05-13T12:35:28.454" v="523" actId="680"/>
        <pc:sldMkLst>
          <pc:docMk/>
          <pc:sldMk cId="1558591309" sldId="304"/>
        </pc:sldMkLst>
      </pc:sldChg>
      <pc:sldChg chg="new">
        <pc:chgData name="Roy, S (Soumen)" userId="d8c84919-a745-4299-ae56-ef1314639c03" providerId="ADAL" clId="{2F7BBD67-BE38-4D5D-87A5-7677E216F891}" dt="2026-05-13T12:35:28.478" v="524" actId="680"/>
        <pc:sldMkLst>
          <pc:docMk/>
          <pc:sldMk cId="2461405063" sldId="305"/>
        </pc:sldMkLst>
      </pc:sldChg>
      <pc:sldChg chg="new">
        <pc:chgData name="Roy, S (Soumen)" userId="d8c84919-a745-4299-ae56-ef1314639c03" providerId="ADAL" clId="{2F7BBD67-BE38-4D5D-87A5-7677E216F891}" dt="2026-05-13T12:35:28.535" v="525" actId="680"/>
        <pc:sldMkLst>
          <pc:docMk/>
          <pc:sldMk cId="1112686549" sldId="306"/>
        </pc:sldMkLst>
      </pc:sldChg>
      <pc:sldChg chg="new">
        <pc:chgData name="Roy, S (Soumen)" userId="d8c84919-a745-4299-ae56-ef1314639c03" providerId="ADAL" clId="{2F7BBD67-BE38-4D5D-87A5-7677E216F891}" dt="2026-05-13T12:35:28.560" v="526" actId="680"/>
        <pc:sldMkLst>
          <pc:docMk/>
          <pc:sldMk cId="3879598148" sldId="307"/>
        </pc:sldMkLst>
      </pc:sldChg>
      <pc:sldChg chg="new">
        <pc:chgData name="Roy, S (Soumen)" userId="d8c84919-a745-4299-ae56-ef1314639c03" providerId="ADAL" clId="{2F7BBD67-BE38-4D5D-87A5-7677E216F891}" dt="2026-05-13T12:35:28.595" v="527" actId="680"/>
        <pc:sldMkLst>
          <pc:docMk/>
          <pc:sldMk cId="2959126531" sldId="308"/>
        </pc:sldMkLst>
      </pc:sldChg>
      <pc:sldChg chg="new">
        <pc:chgData name="Roy, S (Soumen)" userId="d8c84919-a745-4299-ae56-ef1314639c03" providerId="ADAL" clId="{2F7BBD67-BE38-4D5D-87A5-7677E216F891}" dt="2026-05-13T12:35:28.618" v="528" actId="680"/>
        <pc:sldMkLst>
          <pc:docMk/>
          <pc:sldMk cId="2724715410" sldId="309"/>
        </pc:sldMkLst>
      </pc:sldChg>
      <pc:sldChg chg="new">
        <pc:chgData name="Roy, S (Soumen)" userId="d8c84919-a745-4299-ae56-ef1314639c03" providerId="ADAL" clId="{2F7BBD67-BE38-4D5D-87A5-7677E216F891}" dt="2026-05-13T12:35:28.658" v="529" actId="680"/>
        <pc:sldMkLst>
          <pc:docMk/>
          <pc:sldMk cId="758230746" sldId="310"/>
        </pc:sldMkLst>
      </pc:sldChg>
      <pc:sldChg chg="new">
        <pc:chgData name="Roy, S (Soumen)" userId="d8c84919-a745-4299-ae56-ef1314639c03" providerId="ADAL" clId="{2F7BBD67-BE38-4D5D-87A5-7677E216F891}" dt="2026-05-13T12:35:28.679" v="530" actId="680"/>
        <pc:sldMkLst>
          <pc:docMk/>
          <pc:sldMk cId="754045580" sldId="311"/>
        </pc:sldMkLst>
      </pc:sldChg>
      <pc:sldChg chg="new">
        <pc:chgData name="Roy, S (Soumen)" userId="d8c84919-a745-4299-ae56-ef1314639c03" providerId="ADAL" clId="{2F7BBD67-BE38-4D5D-87A5-7677E216F891}" dt="2026-05-13T12:35:28.721" v="531" actId="680"/>
        <pc:sldMkLst>
          <pc:docMk/>
          <pc:sldMk cId="1367572365" sldId="312"/>
        </pc:sldMkLst>
      </pc:sldChg>
      <pc:sldChg chg="new">
        <pc:chgData name="Roy, S (Soumen)" userId="d8c84919-a745-4299-ae56-ef1314639c03" providerId="ADAL" clId="{2F7BBD67-BE38-4D5D-87A5-7677E216F891}" dt="2026-05-13T12:35:28.742" v="532" actId="680"/>
        <pc:sldMkLst>
          <pc:docMk/>
          <pc:sldMk cId="1752480145" sldId="313"/>
        </pc:sldMkLst>
      </pc:sldChg>
      <pc:sldChg chg="new">
        <pc:chgData name="Roy, S (Soumen)" userId="d8c84919-a745-4299-ae56-ef1314639c03" providerId="ADAL" clId="{2F7BBD67-BE38-4D5D-87A5-7677E216F891}" dt="2026-05-13T12:35:28.786" v="533" actId="680"/>
        <pc:sldMkLst>
          <pc:docMk/>
          <pc:sldMk cId="1711264740" sldId="314"/>
        </pc:sldMkLst>
      </pc:sldChg>
      <pc:sldChg chg="new">
        <pc:chgData name="Roy, S (Soumen)" userId="d8c84919-a745-4299-ae56-ef1314639c03" providerId="ADAL" clId="{2F7BBD67-BE38-4D5D-87A5-7677E216F891}" dt="2026-05-13T12:35:28.809" v="534" actId="680"/>
        <pc:sldMkLst>
          <pc:docMk/>
          <pc:sldMk cId="1638933551" sldId="315"/>
        </pc:sldMkLst>
      </pc:sldChg>
      <pc:sldChg chg="new">
        <pc:chgData name="Roy, S (Soumen)" userId="d8c84919-a745-4299-ae56-ef1314639c03" providerId="ADAL" clId="{2F7BBD67-BE38-4D5D-87A5-7677E216F891}" dt="2026-05-13T12:35:28.840" v="535" actId="680"/>
        <pc:sldMkLst>
          <pc:docMk/>
          <pc:sldMk cId="3878803273" sldId="316"/>
        </pc:sldMkLst>
      </pc:sldChg>
      <pc:sldChg chg="new">
        <pc:chgData name="Roy, S (Soumen)" userId="d8c84919-a745-4299-ae56-ef1314639c03" providerId="ADAL" clId="{2F7BBD67-BE38-4D5D-87A5-7677E216F891}" dt="2026-05-13T12:35:28.892" v="536" actId="680"/>
        <pc:sldMkLst>
          <pc:docMk/>
          <pc:sldMk cId="2903975075" sldId="317"/>
        </pc:sldMkLst>
      </pc:sldChg>
      <pc:sldChg chg="new">
        <pc:chgData name="Roy, S (Soumen)" userId="d8c84919-a745-4299-ae56-ef1314639c03" providerId="ADAL" clId="{2F7BBD67-BE38-4D5D-87A5-7677E216F891}" dt="2026-05-13T12:35:28.923" v="537" actId="680"/>
        <pc:sldMkLst>
          <pc:docMk/>
          <pc:sldMk cId="710615416" sldId="318"/>
        </pc:sldMkLst>
      </pc:sldChg>
      <pc:sldChg chg="new">
        <pc:chgData name="Roy, S (Soumen)" userId="d8c84919-a745-4299-ae56-ef1314639c03" providerId="ADAL" clId="{2F7BBD67-BE38-4D5D-87A5-7677E216F891}" dt="2026-05-13T12:35:28.949" v="538" actId="680"/>
        <pc:sldMkLst>
          <pc:docMk/>
          <pc:sldMk cId="2456586213" sldId="319"/>
        </pc:sldMkLst>
      </pc:sldChg>
      <pc:sldChg chg="new">
        <pc:chgData name="Roy, S (Soumen)" userId="d8c84919-a745-4299-ae56-ef1314639c03" providerId="ADAL" clId="{2F7BBD67-BE38-4D5D-87A5-7677E216F891}" dt="2026-05-13T12:35:28.988" v="539" actId="680"/>
        <pc:sldMkLst>
          <pc:docMk/>
          <pc:sldMk cId="3284063351" sldId="320"/>
        </pc:sldMkLst>
      </pc:sldChg>
      <pc:sldChg chg="new">
        <pc:chgData name="Roy, S (Soumen)" userId="d8c84919-a745-4299-ae56-ef1314639c03" providerId="ADAL" clId="{2F7BBD67-BE38-4D5D-87A5-7677E216F891}" dt="2026-05-13T12:35:29.014" v="540" actId="680"/>
        <pc:sldMkLst>
          <pc:docMk/>
          <pc:sldMk cId="3238687925" sldId="321"/>
        </pc:sldMkLst>
      </pc:sldChg>
      <pc:sldChg chg="new">
        <pc:chgData name="Roy, S (Soumen)" userId="d8c84919-a745-4299-ae56-ef1314639c03" providerId="ADAL" clId="{2F7BBD67-BE38-4D5D-87A5-7677E216F891}" dt="2026-05-13T12:35:29.051" v="541" actId="680"/>
        <pc:sldMkLst>
          <pc:docMk/>
          <pc:sldMk cId="3611061032" sldId="322"/>
        </pc:sldMkLst>
      </pc:sldChg>
      <pc:sldChg chg="new">
        <pc:chgData name="Roy, S (Soumen)" userId="d8c84919-a745-4299-ae56-ef1314639c03" providerId="ADAL" clId="{2F7BBD67-BE38-4D5D-87A5-7677E216F891}" dt="2026-05-13T12:35:29.078" v="542" actId="680"/>
        <pc:sldMkLst>
          <pc:docMk/>
          <pc:sldMk cId="1034552801" sldId="323"/>
        </pc:sldMkLst>
      </pc:sldChg>
      <pc:sldChg chg="new">
        <pc:chgData name="Roy, S (Soumen)" userId="d8c84919-a745-4299-ae56-ef1314639c03" providerId="ADAL" clId="{2F7BBD67-BE38-4D5D-87A5-7677E216F891}" dt="2026-05-13T12:35:29.110" v="543" actId="680"/>
        <pc:sldMkLst>
          <pc:docMk/>
          <pc:sldMk cId="953537607" sldId="324"/>
        </pc:sldMkLst>
      </pc:sldChg>
      <pc:sldChg chg="new">
        <pc:chgData name="Roy, S (Soumen)" userId="d8c84919-a745-4299-ae56-ef1314639c03" providerId="ADAL" clId="{2F7BBD67-BE38-4D5D-87A5-7677E216F891}" dt="2026-05-13T12:35:29.145" v="544" actId="680"/>
        <pc:sldMkLst>
          <pc:docMk/>
          <pc:sldMk cId="1259061727" sldId="325"/>
        </pc:sldMkLst>
      </pc:sldChg>
      <pc:sldChg chg="new">
        <pc:chgData name="Roy, S (Soumen)" userId="d8c84919-a745-4299-ae56-ef1314639c03" providerId="ADAL" clId="{2F7BBD67-BE38-4D5D-87A5-7677E216F891}" dt="2026-05-13T12:35:29.185" v="545" actId="680"/>
        <pc:sldMkLst>
          <pc:docMk/>
          <pc:sldMk cId="2133258861" sldId="326"/>
        </pc:sldMkLst>
      </pc:sldChg>
      <pc:sldChg chg="new">
        <pc:chgData name="Roy, S (Soumen)" userId="d8c84919-a745-4299-ae56-ef1314639c03" providerId="ADAL" clId="{2F7BBD67-BE38-4D5D-87A5-7677E216F891}" dt="2026-05-13T12:35:29.220" v="546" actId="680"/>
        <pc:sldMkLst>
          <pc:docMk/>
          <pc:sldMk cId="1498505787" sldId="327"/>
        </pc:sldMkLst>
      </pc:sldChg>
      <pc:sldChg chg="new">
        <pc:chgData name="Roy, S (Soumen)" userId="d8c84919-a745-4299-ae56-ef1314639c03" providerId="ADAL" clId="{2F7BBD67-BE38-4D5D-87A5-7677E216F891}" dt="2026-05-13T12:35:29.245" v="547" actId="680"/>
        <pc:sldMkLst>
          <pc:docMk/>
          <pc:sldMk cId="148073044" sldId="328"/>
        </pc:sldMkLst>
      </pc:sldChg>
      <pc:sldChg chg="new">
        <pc:chgData name="Roy, S (Soumen)" userId="d8c84919-a745-4299-ae56-ef1314639c03" providerId="ADAL" clId="{2F7BBD67-BE38-4D5D-87A5-7677E216F891}" dt="2026-05-13T12:35:29.303" v="548" actId="680"/>
        <pc:sldMkLst>
          <pc:docMk/>
          <pc:sldMk cId="165507804" sldId="329"/>
        </pc:sldMkLst>
      </pc:sldChg>
      <pc:sldChg chg="new">
        <pc:chgData name="Roy, S (Soumen)" userId="d8c84919-a745-4299-ae56-ef1314639c03" providerId="ADAL" clId="{2F7BBD67-BE38-4D5D-87A5-7677E216F891}" dt="2026-05-13T12:35:29.325" v="549" actId="680"/>
        <pc:sldMkLst>
          <pc:docMk/>
          <pc:sldMk cId="3709052873" sldId="330"/>
        </pc:sldMkLst>
      </pc:sldChg>
      <pc:sldChg chg="new">
        <pc:chgData name="Roy, S (Soumen)" userId="d8c84919-a745-4299-ae56-ef1314639c03" providerId="ADAL" clId="{2F7BBD67-BE38-4D5D-87A5-7677E216F891}" dt="2026-05-13T12:35:29.343" v="550" actId="680"/>
        <pc:sldMkLst>
          <pc:docMk/>
          <pc:sldMk cId="471124271" sldId="331"/>
        </pc:sldMkLst>
      </pc:sldChg>
      <pc:sldChg chg="new">
        <pc:chgData name="Roy, S (Soumen)" userId="d8c84919-a745-4299-ae56-ef1314639c03" providerId="ADAL" clId="{2F7BBD67-BE38-4D5D-87A5-7677E216F891}" dt="2026-05-13T12:35:29.686" v="551" actId="680"/>
        <pc:sldMkLst>
          <pc:docMk/>
          <pc:sldMk cId="4268378349" sldId="332"/>
        </pc:sldMkLst>
      </pc:sldChg>
      <pc:sldChg chg="new">
        <pc:chgData name="Roy, S (Soumen)" userId="d8c84919-a745-4299-ae56-ef1314639c03" providerId="ADAL" clId="{2F7BBD67-BE38-4D5D-87A5-7677E216F891}" dt="2026-05-13T12:35:30.188" v="552" actId="680"/>
        <pc:sldMkLst>
          <pc:docMk/>
          <pc:sldMk cId="4034329790" sldId="333"/>
        </pc:sldMkLst>
      </pc:sldChg>
      <pc:sldChg chg="new">
        <pc:chgData name="Roy, S (Soumen)" userId="d8c84919-a745-4299-ae56-ef1314639c03" providerId="ADAL" clId="{2F7BBD67-BE38-4D5D-87A5-7677E216F891}" dt="2026-05-13T12:35:30.232" v="553" actId="680"/>
        <pc:sldMkLst>
          <pc:docMk/>
          <pc:sldMk cId="1131967764" sldId="334"/>
        </pc:sldMkLst>
      </pc:sldChg>
      <pc:sldChg chg="new">
        <pc:chgData name="Roy, S (Soumen)" userId="d8c84919-a745-4299-ae56-ef1314639c03" providerId="ADAL" clId="{2F7BBD67-BE38-4D5D-87A5-7677E216F891}" dt="2026-05-13T12:35:30.271" v="554" actId="680"/>
        <pc:sldMkLst>
          <pc:docMk/>
          <pc:sldMk cId="2235074671" sldId="335"/>
        </pc:sldMkLst>
      </pc:sldChg>
      <pc:sldChg chg="new">
        <pc:chgData name="Roy, S (Soumen)" userId="d8c84919-a745-4299-ae56-ef1314639c03" providerId="ADAL" clId="{2F7BBD67-BE38-4D5D-87A5-7677E216F891}" dt="2026-05-13T12:35:30.297" v="555" actId="680"/>
        <pc:sldMkLst>
          <pc:docMk/>
          <pc:sldMk cId="2111253884" sldId="336"/>
        </pc:sldMkLst>
      </pc:sldChg>
      <pc:sldChg chg="new">
        <pc:chgData name="Roy, S (Soumen)" userId="d8c84919-a745-4299-ae56-ef1314639c03" providerId="ADAL" clId="{2F7BBD67-BE38-4D5D-87A5-7677E216F891}" dt="2026-05-13T12:35:30.345" v="556" actId="680"/>
        <pc:sldMkLst>
          <pc:docMk/>
          <pc:sldMk cId="2573771313" sldId="337"/>
        </pc:sldMkLst>
      </pc:sldChg>
      <pc:sldChg chg="new">
        <pc:chgData name="Roy, S (Soumen)" userId="d8c84919-a745-4299-ae56-ef1314639c03" providerId="ADAL" clId="{2F7BBD67-BE38-4D5D-87A5-7677E216F891}" dt="2026-05-13T12:35:30.370" v="557" actId="680"/>
        <pc:sldMkLst>
          <pc:docMk/>
          <pc:sldMk cId="868376242" sldId="338"/>
        </pc:sldMkLst>
      </pc:sldChg>
      <pc:sldChg chg="new">
        <pc:chgData name="Roy, S (Soumen)" userId="d8c84919-a745-4299-ae56-ef1314639c03" providerId="ADAL" clId="{2F7BBD67-BE38-4D5D-87A5-7677E216F891}" dt="2026-05-13T12:35:30.390" v="558" actId="680"/>
        <pc:sldMkLst>
          <pc:docMk/>
          <pc:sldMk cId="3039944359" sldId="339"/>
        </pc:sldMkLst>
      </pc:sldChg>
      <pc:sldChg chg="new">
        <pc:chgData name="Roy, S (Soumen)" userId="d8c84919-a745-4299-ae56-ef1314639c03" providerId="ADAL" clId="{2F7BBD67-BE38-4D5D-87A5-7677E216F891}" dt="2026-05-13T12:35:30.425" v="559" actId="680"/>
        <pc:sldMkLst>
          <pc:docMk/>
          <pc:sldMk cId="3906487331" sldId="340"/>
        </pc:sldMkLst>
      </pc:sldChg>
      <pc:sldChg chg="new">
        <pc:chgData name="Roy, S (Soumen)" userId="d8c84919-a745-4299-ae56-ef1314639c03" providerId="ADAL" clId="{2F7BBD67-BE38-4D5D-87A5-7677E216F891}" dt="2026-05-13T12:35:30.454" v="560" actId="680"/>
        <pc:sldMkLst>
          <pc:docMk/>
          <pc:sldMk cId="953691946" sldId="341"/>
        </pc:sldMkLst>
      </pc:sldChg>
      <pc:sldChg chg="new">
        <pc:chgData name="Roy, S (Soumen)" userId="d8c84919-a745-4299-ae56-ef1314639c03" providerId="ADAL" clId="{2F7BBD67-BE38-4D5D-87A5-7677E216F891}" dt="2026-05-13T12:35:30.498" v="561" actId="680"/>
        <pc:sldMkLst>
          <pc:docMk/>
          <pc:sldMk cId="3729306316" sldId="342"/>
        </pc:sldMkLst>
      </pc:sldChg>
      <pc:sldChg chg="new">
        <pc:chgData name="Roy, S (Soumen)" userId="d8c84919-a745-4299-ae56-ef1314639c03" providerId="ADAL" clId="{2F7BBD67-BE38-4D5D-87A5-7677E216F891}" dt="2026-05-13T12:35:30.530" v="562" actId="680"/>
        <pc:sldMkLst>
          <pc:docMk/>
          <pc:sldMk cId="3253571159" sldId="343"/>
        </pc:sldMkLst>
      </pc:sldChg>
      <pc:sldChg chg="new">
        <pc:chgData name="Roy, S (Soumen)" userId="d8c84919-a745-4299-ae56-ef1314639c03" providerId="ADAL" clId="{2F7BBD67-BE38-4D5D-87A5-7677E216F891}" dt="2026-05-13T12:35:30.559" v="563" actId="680"/>
        <pc:sldMkLst>
          <pc:docMk/>
          <pc:sldMk cId="3736198395" sldId="344"/>
        </pc:sldMkLst>
      </pc:sldChg>
      <pc:sldChg chg="new">
        <pc:chgData name="Roy, S (Soumen)" userId="d8c84919-a745-4299-ae56-ef1314639c03" providerId="ADAL" clId="{2F7BBD67-BE38-4D5D-87A5-7677E216F891}" dt="2026-05-13T12:35:30.597" v="564" actId="680"/>
        <pc:sldMkLst>
          <pc:docMk/>
          <pc:sldMk cId="2313207407" sldId="345"/>
        </pc:sldMkLst>
      </pc:sldChg>
      <pc:sldChg chg="new">
        <pc:chgData name="Roy, S (Soumen)" userId="d8c84919-a745-4299-ae56-ef1314639c03" providerId="ADAL" clId="{2F7BBD67-BE38-4D5D-87A5-7677E216F891}" dt="2026-05-13T12:35:30.621" v="565" actId="680"/>
        <pc:sldMkLst>
          <pc:docMk/>
          <pc:sldMk cId="3919487206" sldId="346"/>
        </pc:sldMkLst>
      </pc:sldChg>
      <pc:sldChg chg="new">
        <pc:chgData name="Roy, S (Soumen)" userId="d8c84919-a745-4299-ae56-ef1314639c03" providerId="ADAL" clId="{2F7BBD67-BE38-4D5D-87A5-7677E216F891}" dt="2026-05-13T12:35:30.669" v="566" actId="680"/>
        <pc:sldMkLst>
          <pc:docMk/>
          <pc:sldMk cId="2220342949" sldId="347"/>
        </pc:sldMkLst>
      </pc:sldChg>
      <pc:sldChg chg="new">
        <pc:chgData name="Roy, S (Soumen)" userId="d8c84919-a745-4299-ae56-ef1314639c03" providerId="ADAL" clId="{2F7BBD67-BE38-4D5D-87A5-7677E216F891}" dt="2026-05-13T12:35:30.686" v="567" actId="680"/>
        <pc:sldMkLst>
          <pc:docMk/>
          <pc:sldMk cId="3512960082" sldId="348"/>
        </pc:sldMkLst>
      </pc:sldChg>
      <pc:sldChg chg="new">
        <pc:chgData name="Roy, S (Soumen)" userId="d8c84919-a745-4299-ae56-ef1314639c03" providerId="ADAL" clId="{2F7BBD67-BE38-4D5D-87A5-7677E216F891}" dt="2026-05-13T12:35:30.733" v="568" actId="680"/>
        <pc:sldMkLst>
          <pc:docMk/>
          <pc:sldMk cId="2000691846" sldId="349"/>
        </pc:sldMkLst>
      </pc:sldChg>
      <pc:sldChg chg="new">
        <pc:chgData name="Roy, S (Soumen)" userId="d8c84919-a745-4299-ae56-ef1314639c03" providerId="ADAL" clId="{2F7BBD67-BE38-4D5D-87A5-7677E216F891}" dt="2026-05-13T12:35:30.764" v="569" actId="680"/>
        <pc:sldMkLst>
          <pc:docMk/>
          <pc:sldMk cId="2735397342" sldId="350"/>
        </pc:sldMkLst>
      </pc:sldChg>
      <pc:sldChg chg="new">
        <pc:chgData name="Roy, S (Soumen)" userId="d8c84919-a745-4299-ae56-ef1314639c03" providerId="ADAL" clId="{2F7BBD67-BE38-4D5D-87A5-7677E216F891}" dt="2026-05-13T12:35:30.796" v="570" actId="680"/>
        <pc:sldMkLst>
          <pc:docMk/>
          <pc:sldMk cId="4155918478" sldId="351"/>
        </pc:sldMkLst>
      </pc:sldChg>
      <pc:sldChg chg="new">
        <pc:chgData name="Roy, S (Soumen)" userId="d8c84919-a745-4299-ae56-ef1314639c03" providerId="ADAL" clId="{2F7BBD67-BE38-4D5D-87A5-7677E216F891}" dt="2026-05-13T12:35:30.828" v="571" actId="680"/>
        <pc:sldMkLst>
          <pc:docMk/>
          <pc:sldMk cId="3126786190" sldId="352"/>
        </pc:sldMkLst>
      </pc:sldChg>
      <pc:sldChg chg="new">
        <pc:chgData name="Roy, S (Soumen)" userId="d8c84919-a745-4299-ae56-ef1314639c03" providerId="ADAL" clId="{2F7BBD67-BE38-4D5D-87A5-7677E216F891}" dt="2026-05-13T12:35:30.861" v="572" actId="680"/>
        <pc:sldMkLst>
          <pc:docMk/>
          <pc:sldMk cId="2250066716" sldId="353"/>
        </pc:sldMkLst>
      </pc:sldChg>
      <pc:sldChg chg="new">
        <pc:chgData name="Roy, S (Soumen)" userId="d8c84919-a745-4299-ae56-ef1314639c03" providerId="ADAL" clId="{2F7BBD67-BE38-4D5D-87A5-7677E216F891}" dt="2026-05-13T12:35:30.883" v="573" actId="680"/>
        <pc:sldMkLst>
          <pc:docMk/>
          <pc:sldMk cId="2400102660" sldId="354"/>
        </pc:sldMkLst>
      </pc:sldChg>
      <pc:sldChg chg="new">
        <pc:chgData name="Roy, S (Soumen)" userId="d8c84919-a745-4299-ae56-ef1314639c03" providerId="ADAL" clId="{2F7BBD67-BE38-4D5D-87A5-7677E216F891}" dt="2026-05-13T12:35:30.925" v="574" actId="680"/>
        <pc:sldMkLst>
          <pc:docMk/>
          <pc:sldMk cId="418138040" sldId="355"/>
        </pc:sldMkLst>
      </pc:sldChg>
      <pc:sldChg chg="new">
        <pc:chgData name="Roy, S (Soumen)" userId="d8c84919-a745-4299-ae56-ef1314639c03" providerId="ADAL" clId="{2F7BBD67-BE38-4D5D-87A5-7677E216F891}" dt="2026-05-13T12:35:30.979" v="575" actId="680"/>
        <pc:sldMkLst>
          <pc:docMk/>
          <pc:sldMk cId="3450997460" sldId="356"/>
        </pc:sldMkLst>
      </pc:sldChg>
      <pc:sldChg chg="new">
        <pc:chgData name="Roy, S (Soumen)" userId="d8c84919-a745-4299-ae56-ef1314639c03" providerId="ADAL" clId="{2F7BBD67-BE38-4D5D-87A5-7677E216F891}" dt="2026-05-13T12:35:31.004" v="576" actId="680"/>
        <pc:sldMkLst>
          <pc:docMk/>
          <pc:sldMk cId="1966696745" sldId="357"/>
        </pc:sldMkLst>
      </pc:sldChg>
      <pc:sldChg chg="new">
        <pc:chgData name="Roy, S (Soumen)" userId="d8c84919-a745-4299-ae56-ef1314639c03" providerId="ADAL" clId="{2F7BBD67-BE38-4D5D-87A5-7677E216F891}" dt="2026-05-13T12:35:31.030" v="577" actId="680"/>
        <pc:sldMkLst>
          <pc:docMk/>
          <pc:sldMk cId="3125114477" sldId="358"/>
        </pc:sldMkLst>
      </pc:sldChg>
      <pc:sldChg chg="new">
        <pc:chgData name="Roy, S (Soumen)" userId="d8c84919-a745-4299-ae56-ef1314639c03" providerId="ADAL" clId="{2F7BBD67-BE38-4D5D-87A5-7677E216F891}" dt="2026-05-13T12:35:31.051" v="578" actId="680"/>
        <pc:sldMkLst>
          <pc:docMk/>
          <pc:sldMk cId="819433560" sldId="359"/>
        </pc:sldMkLst>
      </pc:sldChg>
      <pc:sldChg chg="new">
        <pc:chgData name="Roy, S (Soumen)" userId="d8c84919-a745-4299-ae56-ef1314639c03" providerId="ADAL" clId="{2F7BBD67-BE38-4D5D-87A5-7677E216F891}" dt="2026-05-13T12:35:31.084" v="579" actId="680"/>
        <pc:sldMkLst>
          <pc:docMk/>
          <pc:sldMk cId="3438247903" sldId="360"/>
        </pc:sldMkLst>
      </pc:sldChg>
      <pc:sldChg chg="new">
        <pc:chgData name="Roy, S (Soumen)" userId="d8c84919-a745-4299-ae56-ef1314639c03" providerId="ADAL" clId="{2F7BBD67-BE38-4D5D-87A5-7677E216F891}" dt="2026-05-13T12:35:31.143" v="580" actId="680"/>
        <pc:sldMkLst>
          <pc:docMk/>
          <pc:sldMk cId="1729058427" sldId="361"/>
        </pc:sldMkLst>
      </pc:sldChg>
      <pc:sldChg chg="new">
        <pc:chgData name="Roy, S (Soumen)" userId="d8c84919-a745-4299-ae56-ef1314639c03" providerId="ADAL" clId="{2F7BBD67-BE38-4D5D-87A5-7677E216F891}" dt="2026-05-13T12:35:31.163" v="581" actId="680"/>
        <pc:sldMkLst>
          <pc:docMk/>
          <pc:sldMk cId="1128429700" sldId="362"/>
        </pc:sldMkLst>
      </pc:sldChg>
      <pc:sldChg chg="new">
        <pc:chgData name="Roy, S (Soumen)" userId="d8c84919-a745-4299-ae56-ef1314639c03" providerId="ADAL" clId="{2F7BBD67-BE38-4D5D-87A5-7677E216F891}" dt="2026-05-13T12:35:31.205" v="582" actId="680"/>
        <pc:sldMkLst>
          <pc:docMk/>
          <pc:sldMk cId="575235949" sldId="363"/>
        </pc:sldMkLst>
      </pc:sldChg>
      <pc:sldChg chg="new">
        <pc:chgData name="Roy, S (Soumen)" userId="d8c84919-a745-4299-ae56-ef1314639c03" providerId="ADAL" clId="{2F7BBD67-BE38-4D5D-87A5-7677E216F891}" dt="2026-05-13T12:35:31.221" v="583" actId="680"/>
        <pc:sldMkLst>
          <pc:docMk/>
          <pc:sldMk cId="435632610" sldId="364"/>
        </pc:sldMkLst>
      </pc:sldChg>
      <pc:sldChg chg="new">
        <pc:chgData name="Roy, S (Soumen)" userId="d8c84919-a745-4299-ae56-ef1314639c03" providerId="ADAL" clId="{2F7BBD67-BE38-4D5D-87A5-7677E216F891}" dt="2026-05-13T12:35:31.254" v="584" actId="680"/>
        <pc:sldMkLst>
          <pc:docMk/>
          <pc:sldMk cId="2210433144" sldId="365"/>
        </pc:sldMkLst>
      </pc:sldChg>
      <pc:sldChg chg="new">
        <pc:chgData name="Roy, S (Soumen)" userId="d8c84919-a745-4299-ae56-ef1314639c03" providerId="ADAL" clId="{2F7BBD67-BE38-4D5D-87A5-7677E216F891}" dt="2026-05-13T12:35:31.291" v="585" actId="680"/>
        <pc:sldMkLst>
          <pc:docMk/>
          <pc:sldMk cId="1653728408" sldId="366"/>
        </pc:sldMkLst>
      </pc:sldChg>
      <pc:sldChg chg="new">
        <pc:chgData name="Roy, S (Soumen)" userId="d8c84919-a745-4299-ae56-ef1314639c03" providerId="ADAL" clId="{2F7BBD67-BE38-4D5D-87A5-7677E216F891}" dt="2026-05-13T12:35:31.333" v="586" actId="680"/>
        <pc:sldMkLst>
          <pc:docMk/>
          <pc:sldMk cId="2150058378" sldId="367"/>
        </pc:sldMkLst>
      </pc:sldChg>
      <pc:sldChg chg="new">
        <pc:chgData name="Roy, S (Soumen)" userId="d8c84919-a745-4299-ae56-ef1314639c03" providerId="ADAL" clId="{2F7BBD67-BE38-4D5D-87A5-7677E216F891}" dt="2026-05-13T12:35:31.359" v="587" actId="680"/>
        <pc:sldMkLst>
          <pc:docMk/>
          <pc:sldMk cId="3041395824" sldId="368"/>
        </pc:sldMkLst>
      </pc:sldChg>
      <pc:sldChg chg="new">
        <pc:chgData name="Roy, S (Soumen)" userId="d8c84919-a745-4299-ae56-ef1314639c03" providerId="ADAL" clId="{2F7BBD67-BE38-4D5D-87A5-7677E216F891}" dt="2026-05-13T12:35:31.380" v="588" actId="680"/>
        <pc:sldMkLst>
          <pc:docMk/>
          <pc:sldMk cId="1459602146" sldId="369"/>
        </pc:sldMkLst>
      </pc:sldChg>
      <pc:sldChg chg="new">
        <pc:chgData name="Roy, S (Soumen)" userId="d8c84919-a745-4299-ae56-ef1314639c03" providerId="ADAL" clId="{2F7BBD67-BE38-4D5D-87A5-7677E216F891}" dt="2026-05-13T12:35:31.414" v="589" actId="680"/>
        <pc:sldMkLst>
          <pc:docMk/>
          <pc:sldMk cId="4155328758" sldId="370"/>
        </pc:sldMkLst>
      </pc:sldChg>
      <pc:sldChg chg="new">
        <pc:chgData name="Roy, S (Soumen)" userId="d8c84919-a745-4299-ae56-ef1314639c03" providerId="ADAL" clId="{2F7BBD67-BE38-4D5D-87A5-7677E216F891}" dt="2026-05-13T12:35:31.457" v="590" actId="680"/>
        <pc:sldMkLst>
          <pc:docMk/>
          <pc:sldMk cId="1173856107" sldId="371"/>
        </pc:sldMkLst>
      </pc:sldChg>
      <pc:sldChg chg="new">
        <pc:chgData name="Roy, S (Soumen)" userId="d8c84919-a745-4299-ae56-ef1314639c03" providerId="ADAL" clId="{2F7BBD67-BE38-4D5D-87A5-7677E216F891}" dt="2026-05-13T12:35:31.491" v="591" actId="680"/>
        <pc:sldMkLst>
          <pc:docMk/>
          <pc:sldMk cId="1969647006" sldId="372"/>
        </pc:sldMkLst>
      </pc:sldChg>
      <pc:sldChg chg="new">
        <pc:chgData name="Roy, S (Soumen)" userId="d8c84919-a745-4299-ae56-ef1314639c03" providerId="ADAL" clId="{2F7BBD67-BE38-4D5D-87A5-7677E216F891}" dt="2026-05-13T12:35:31.531" v="592" actId="680"/>
        <pc:sldMkLst>
          <pc:docMk/>
          <pc:sldMk cId="1462875301" sldId="373"/>
        </pc:sldMkLst>
      </pc:sldChg>
      <pc:sldChg chg="new">
        <pc:chgData name="Roy, S (Soumen)" userId="d8c84919-a745-4299-ae56-ef1314639c03" providerId="ADAL" clId="{2F7BBD67-BE38-4D5D-87A5-7677E216F891}" dt="2026-05-13T12:35:31.550" v="593" actId="680"/>
        <pc:sldMkLst>
          <pc:docMk/>
          <pc:sldMk cId="3923621605" sldId="374"/>
        </pc:sldMkLst>
      </pc:sldChg>
      <pc:sldChg chg="new">
        <pc:chgData name="Roy, S (Soumen)" userId="d8c84919-a745-4299-ae56-ef1314639c03" providerId="ADAL" clId="{2F7BBD67-BE38-4D5D-87A5-7677E216F891}" dt="2026-05-13T12:35:31.594" v="594" actId="680"/>
        <pc:sldMkLst>
          <pc:docMk/>
          <pc:sldMk cId="1960771554" sldId="375"/>
        </pc:sldMkLst>
      </pc:sldChg>
      <pc:sldChg chg="new">
        <pc:chgData name="Roy, S (Soumen)" userId="d8c84919-a745-4299-ae56-ef1314639c03" providerId="ADAL" clId="{2F7BBD67-BE38-4D5D-87A5-7677E216F891}" dt="2026-05-13T12:35:31.617" v="595" actId="680"/>
        <pc:sldMkLst>
          <pc:docMk/>
          <pc:sldMk cId="70928084" sldId="376"/>
        </pc:sldMkLst>
      </pc:sldChg>
      <pc:sldChg chg="new">
        <pc:chgData name="Roy, S (Soumen)" userId="d8c84919-a745-4299-ae56-ef1314639c03" providerId="ADAL" clId="{2F7BBD67-BE38-4D5D-87A5-7677E216F891}" dt="2026-05-13T12:35:31.646" v="596" actId="680"/>
        <pc:sldMkLst>
          <pc:docMk/>
          <pc:sldMk cId="2929946940" sldId="377"/>
        </pc:sldMkLst>
      </pc:sldChg>
      <pc:sldChg chg="new">
        <pc:chgData name="Roy, S (Soumen)" userId="d8c84919-a745-4299-ae56-ef1314639c03" providerId="ADAL" clId="{2F7BBD67-BE38-4D5D-87A5-7677E216F891}" dt="2026-05-13T12:35:31.691" v="597" actId="680"/>
        <pc:sldMkLst>
          <pc:docMk/>
          <pc:sldMk cId="2747509128" sldId="378"/>
        </pc:sldMkLst>
      </pc:sldChg>
      <pc:sldChg chg="new">
        <pc:chgData name="Roy, S (Soumen)" userId="d8c84919-a745-4299-ae56-ef1314639c03" providerId="ADAL" clId="{2F7BBD67-BE38-4D5D-87A5-7677E216F891}" dt="2026-05-13T12:35:31.712" v="598" actId="680"/>
        <pc:sldMkLst>
          <pc:docMk/>
          <pc:sldMk cId="335570225" sldId="379"/>
        </pc:sldMkLst>
      </pc:sldChg>
      <pc:sldChg chg="new">
        <pc:chgData name="Roy, S (Soumen)" userId="d8c84919-a745-4299-ae56-ef1314639c03" providerId="ADAL" clId="{2F7BBD67-BE38-4D5D-87A5-7677E216F891}" dt="2026-05-13T12:35:31.772" v="599" actId="680"/>
        <pc:sldMkLst>
          <pc:docMk/>
          <pc:sldMk cId="2946086186" sldId="380"/>
        </pc:sldMkLst>
      </pc:sldChg>
      <pc:sldChg chg="new">
        <pc:chgData name="Roy, S (Soumen)" userId="d8c84919-a745-4299-ae56-ef1314639c03" providerId="ADAL" clId="{2F7BBD67-BE38-4D5D-87A5-7677E216F891}" dt="2026-05-13T12:35:31.798" v="600" actId="680"/>
        <pc:sldMkLst>
          <pc:docMk/>
          <pc:sldMk cId="3843133591" sldId="381"/>
        </pc:sldMkLst>
      </pc:sldChg>
      <pc:sldChg chg="new">
        <pc:chgData name="Roy, S (Soumen)" userId="d8c84919-a745-4299-ae56-ef1314639c03" providerId="ADAL" clId="{2F7BBD67-BE38-4D5D-87A5-7677E216F891}" dt="2026-05-13T12:35:31.823" v="601" actId="680"/>
        <pc:sldMkLst>
          <pc:docMk/>
          <pc:sldMk cId="2300135798" sldId="382"/>
        </pc:sldMkLst>
      </pc:sldChg>
      <pc:sldChg chg="new">
        <pc:chgData name="Roy, S (Soumen)" userId="d8c84919-a745-4299-ae56-ef1314639c03" providerId="ADAL" clId="{2F7BBD67-BE38-4D5D-87A5-7677E216F891}" dt="2026-05-13T12:35:31.849" v="602" actId="680"/>
        <pc:sldMkLst>
          <pc:docMk/>
          <pc:sldMk cId="2191079172" sldId="383"/>
        </pc:sldMkLst>
      </pc:sldChg>
      <pc:sldChg chg="new">
        <pc:chgData name="Roy, S (Soumen)" userId="d8c84919-a745-4299-ae56-ef1314639c03" providerId="ADAL" clId="{2F7BBD67-BE38-4D5D-87A5-7677E216F891}" dt="2026-05-13T12:35:31.879" v="603" actId="680"/>
        <pc:sldMkLst>
          <pc:docMk/>
          <pc:sldMk cId="3568407895" sldId="384"/>
        </pc:sldMkLst>
      </pc:sldChg>
      <pc:sldChg chg="new">
        <pc:chgData name="Roy, S (Soumen)" userId="d8c84919-a745-4299-ae56-ef1314639c03" providerId="ADAL" clId="{2F7BBD67-BE38-4D5D-87A5-7677E216F891}" dt="2026-05-13T12:35:31.910" v="604" actId="680"/>
        <pc:sldMkLst>
          <pc:docMk/>
          <pc:sldMk cId="2087563802" sldId="385"/>
        </pc:sldMkLst>
      </pc:sldChg>
      <pc:sldChg chg="new">
        <pc:chgData name="Roy, S (Soumen)" userId="d8c84919-a745-4299-ae56-ef1314639c03" providerId="ADAL" clId="{2F7BBD67-BE38-4D5D-87A5-7677E216F891}" dt="2026-05-13T12:35:31.940" v="605" actId="680"/>
        <pc:sldMkLst>
          <pc:docMk/>
          <pc:sldMk cId="3372582924" sldId="386"/>
        </pc:sldMkLst>
      </pc:sldChg>
      <pc:sldChg chg="new">
        <pc:chgData name="Roy, S (Soumen)" userId="d8c84919-a745-4299-ae56-ef1314639c03" providerId="ADAL" clId="{2F7BBD67-BE38-4D5D-87A5-7677E216F891}" dt="2026-05-13T12:35:31.974" v="606" actId="680"/>
        <pc:sldMkLst>
          <pc:docMk/>
          <pc:sldMk cId="4270985228" sldId="387"/>
        </pc:sldMkLst>
      </pc:sldChg>
      <pc:sldChg chg="new">
        <pc:chgData name="Roy, S (Soumen)" userId="d8c84919-a745-4299-ae56-ef1314639c03" providerId="ADAL" clId="{2F7BBD67-BE38-4D5D-87A5-7677E216F891}" dt="2026-05-13T12:35:32.013" v="607" actId="680"/>
        <pc:sldMkLst>
          <pc:docMk/>
          <pc:sldMk cId="2404626187" sldId="388"/>
        </pc:sldMkLst>
      </pc:sldChg>
      <pc:sldChg chg="new">
        <pc:chgData name="Roy, S (Soumen)" userId="d8c84919-a745-4299-ae56-ef1314639c03" providerId="ADAL" clId="{2F7BBD67-BE38-4D5D-87A5-7677E216F891}" dt="2026-05-13T12:35:32.045" v="608" actId="680"/>
        <pc:sldMkLst>
          <pc:docMk/>
          <pc:sldMk cId="3070735912" sldId="389"/>
        </pc:sldMkLst>
      </pc:sldChg>
      <pc:sldChg chg="new">
        <pc:chgData name="Roy, S (Soumen)" userId="d8c84919-a745-4299-ae56-ef1314639c03" providerId="ADAL" clId="{2F7BBD67-BE38-4D5D-87A5-7677E216F891}" dt="2026-05-13T12:35:32.081" v="609" actId="680"/>
        <pc:sldMkLst>
          <pc:docMk/>
          <pc:sldMk cId="4073112480" sldId="390"/>
        </pc:sldMkLst>
      </pc:sldChg>
      <pc:sldChg chg="new">
        <pc:chgData name="Roy, S (Soumen)" userId="d8c84919-a745-4299-ae56-ef1314639c03" providerId="ADAL" clId="{2F7BBD67-BE38-4D5D-87A5-7677E216F891}" dt="2026-05-13T12:35:32.107" v="610" actId="680"/>
        <pc:sldMkLst>
          <pc:docMk/>
          <pc:sldMk cId="256601379" sldId="391"/>
        </pc:sldMkLst>
      </pc:sldChg>
      <pc:sldChg chg="new">
        <pc:chgData name="Roy, S (Soumen)" userId="d8c84919-a745-4299-ae56-ef1314639c03" providerId="ADAL" clId="{2F7BBD67-BE38-4D5D-87A5-7677E216F891}" dt="2026-05-13T12:35:32.146" v="611" actId="680"/>
        <pc:sldMkLst>
          <pc:docMk/>
          <pc:sldMk cId="1118904674" sldId="392"/>
        </pc:sldMkLst>
      </pc:sldChg>
      <pc:sldChg chg="new">
        <pc:chgData name="Roy, S (Soumen)" userId="d8c84919-a745-4299-ae56-ef1314639c03" providerId="ADAL" clId="{2F7BBD67-BE38-4D5D-87A5-7677E216F891}" dt="2026-05-13T12:35:32.180" v="612" actId="680"/>
        <pc:sldMkLst>
          <pc:docMk/>
          <pc:sldMk cId="3804935725" sldId="393"/>
        </pc:sldMkLst>
      </pc:sldChg>
      <pc:sldChg chg="new">
        <pc:chgData name="Roy, S (Soumen)" userId="d8c84919-a745-4299-ae56-ef1314639c03" providerId="ADAL" clId="{2F7BBD67-BE38-4D5D-87A5-7677E216F891}" dt="2026-05-13T12:35:32.203" v="613" actId="680"/>
        <pc:sldMkLst>
          <pc:docMk/>
          <pc:sldMk cId="1151031083" sldId="394"/>
        </pc:sldMkLst>
      </pc:sldChg>
      <pc:sldChg chg="new">
        <pc:chgData name="Roy, S (Soumen)" userId="d8c84919-a745-4299-ae56-ef1314639c03" providerId="ADAL" clId="{2F7BBD67-BE38-4D5D-87A5-7677E216F891}" dt="2026-05-13T12:35:32.246" v="614" actId="680"/>
        <pc:sldMkLst>
          <pc:docMk/>
          <pc:sldMk cId="872499637" sldId="395"/>
        </pc:sldMkLst>
      </pc:sldChg>
      <pc:sldChg chg="new">
        <pc:chgData name="Roy, S (Soumen)" userId="d8c84919-a745-4299-ae56-ef1314639c03" providerId="ADAL" clId="{2F7BBD67-BE38-4D5D-87A5-7677E216F891}" dt="2026-05-13T12:35:32.290" v="615" actId="680"/>
        <pc:sldMkLst>
          <pc:docMk/>
          <pc:sldMk cId="3319486384" sldId="396"/>
        </pc:sldMkLst>
      </pc:sldChg>
      <pc:sldChg chg="new">
        <pc:chgData name="Roy, S (Soumen)" userId="d8c84919-a745-4299-ae56-ef1314639c03" providerId="ADAL" clId="{2F7BBD67-BE38-4D5D-87A5-7677E216F891}" dt="2026-05-13T12:35:32.316" v="616" actId="680"/>
        <pc:sldMkLst>
          <pc:docMk/>
          <pc:sldMk cId="3937973475" sldId="397"/>
        </pc:sldMkLst>
      </pc:sldChg>
      <pc:sldChg chg="new">
        <pc:chgData name="Roy, S (Soumen)" userId="d8c84919-a745-4299-ae56-ef1314639c03" providerId="ADAL" clId="{2F7BBD67-BE38-4D5D-87A5-7677E216F891}" dt="2026-05-13T12:35:34.179" v="617" actId="680"/>
        <pc:sldMkLst>
          <pc:docMk/>
          <pc:sldMk cId="1372375341" sldId="398"/>
        </pc:sldMkLst>
      </pc:sldChg>
      <pc:sldChg chg="new">
        <pc:chgData name="Roy, S (Soumen)" userId="d8c84919-a745-4299-ae56-ef1314639c03" providerId="ADAL" clId="{2F7BBD67-BE38-4D5D-87A5-7677E216F891}" dt="2026-05-13T12:35:34.928" v="618" actId="680"/>
        <pc:sldMkLst>
          <pc:docMk/>
          <pc:sldMk cId="1579818075" sldId="399"/>
        </pc:sldMkLst>
      </pc:sldChg>
      <pc:sldChg chg="new">
        <pc:chgData name="Roy, S (Soumen)" userId="d8c84919-a745-4299-ae56-ef1314639c03" providerId="ADAL" clId="{2F7BBD67-BE38-4D5D-87A5-7677E216F891}" dt="2026-05-13T12:35:40.649" v="619" actId="680"/>
        <pc:sldMkLst>
          <pc:docMk/>
          <pc:sldMk cId="2097247538" sldId="400"/>
        </pc:sldMkLst>
      </pc:sldChg>
      <pc:sldChg chg="new">
        <pc:chgData name="Roy, S (Soumen)" userId="d8c84919-a745-4299-ae56-ef1314639c03" providerId="ADAL" clId="{2F7BBD67-BE38-4D5D-87A5-7677E216F891}" dt="2026-05-13T12:35:41.157" v="620" actId="680"/>
        <pc:sldMkLst>
          <pc:docMk/>
          <pc:sldMk cId="1109602043" sldId="401"/>
        </pc:sldMkLst>
      </pc:sldChg>
      <pc:sldChg chg="new">
        <pc:chgData name="Roy, S (Soumen)" userId="d8c84919-a745-4299-ae56-ef1314639c03" providerId="ADAL" clId="{2F7BBD67-BE38-4D5D-87A5-7677E216F891}" dt="2026-05-13T12:35:41.190" v="621" actId="680"/>
        <pc:sldMkLst>
          <pc:docMk/>
          <pc:sldMk cId="3226951758" sldId="402"/>
        </pc:sldMkLst>
      </pc:sldChg>
      <pc:sldChg chg="new">
        <pc:chgData name="Roy, S (Soumen)" userId="d8c84919-a745-4299-ae56-ef1314639c03" providerId="ADAL" clId="{2F7BBD67-BE38-4D5D-87A5-7677E216F891}" dt="2026-05-13T12:35:41.220" v="622" actId="680"/>
        <pc:sldMkLst>
          <pc:docMk/>
          <pc:sldMk cId="181648534" sldId="403"/>
        </pc:sldMkLst>
      </pc:sldChg>
      <pc:sldChg chg="new">
        <pc:chgData name="Roy, S (Soumen)" userId="d8c84919-a745-4299-ae56-ef1314639c03" providerId="ADAL" clId="{2F7BBD67-BE38-4D5D-87A5-7677E216F891}" dt="2026-05-13T12:35:41.249" v="623" actId="680"/>
        <pc:sldMkLst>
          <pc:docMk/>
          <pc:sldMk cId="3541556256" sldId="404"/>
        </pc:sldMkLst>
      </pc:sldChg>
      <pc:sldChg chg="new">
        <pc:chgData name="Roy, S (Soumen)" userId="d8c84919-a745-4299-ae56-ef1314639c03" providerId="ADAL" clId="{2F7BBD67-BE38-4D5D-87A5-7677E216F891}" dt="2026-05-13T12:35:41.301" v="624" actId="680"/>
        <pc:sldMkLst>
          <pc:docMk/>
          <pc:sldMk cId="2062297280" sldId="405"/>
        </pc:sldMkLst>
      </pc:sldChg>
      <pc:sldChg chg="new">
        <pc:chgData name="Roy, S (Soumen)" userId="d8c84919-a745-4299-ae56-ef1314639c03" providerId="ADAL" clId="{2F7BBD67-BE38-4D5D-87A5-7677E216F891}" dt="2026-05-13T12:35:41.324" v="625" actId="680"/>
        <pc:sldMkLst>
          <pc:docMk/>
          <pc:sldMk cId="1013001629" sldId="406"/>
        </pc:sldMkLst>
      </pc:sldChg>
      <pc:sldChg chg="new">
        <pc:chgData name="Roy, S (Soumen)" userId="d8c84919-a745-4299-ae56-ef1314639c03" providerId="ADAL" clId="{2F7BBD67-BE38-4D5D-87A5-7677E216F891}" dt="2026-05-13T12:35:41.361" v="626" actId="680"/>
        <pc:sldMkLst>
          <pc:docMk/>
          <pc:sldMk cId="3162783357" sldId="407"/>
        </pc:sldMkLst>
      </pc:sldChg>
      <pc:sldChg chg="new">
        <pc:chgData name="Roy, S (Soumen)" userId="d8c84919-a745-4299-ae56-ef1314639c03" providerId="ADAL" clId="{2F7BBD67-BE38-4D5D-87A5-7677E216F891}" dt="2026-05-13T12:35:41.389" v="627" actId="680"/>
        <pc:sldMkLst>
          <pc:docMk/>
          <pc:sldMk cId="3198475098" sldId="408"/>
        </pc:sldMkLst>
      </pc:sldChg>
      <pc:sldChg chg="new">
        <pc:chgData name="Roy, S (Soumen)" userId="d8c84919-a745-4299-ae56-ef1314639c03" providerId="ADAL" clId="{2F7BBD67-BE38-4D5D-87A5-7677E216F891}" dt="2026-05-13T12:35:41.420" v="628" actId="680"/>
        <pc:sldMkLst>
          <pc:docMk/>
          <pc:sldMk cId="989912237" sldId="409"/>
        </pc:sldMkLst>
      </pc:sldChg>
      <pc:sldChg chg="new">
        <pc:chgData name="Roy, S (Soumen)" userId="d8c84919-a745-4299-ae56-ef1314639c03" providerId="ADAL" clId="{2F7BBD67-BE38-4D5D-87A5-7677E216F891}" dt="2026-05-13T12:35:41.451" v="629" actId="680"/>
        <pc:sldMkLst>
          <pc:docMk/>
          <pc:sldMk cId="1766168341" sldId="410"/>
        </pc:sldMkLst>
      </pc:sldChg>
      <pc:sldChg chg="new">
        <pc:chgData name="Roy, S (Soumen)" userId="d8c84919-a745-4299-ae56-ef1314639c03" providerId="ADAL" clId="{2F7BBD67-BE38-4D5D-87A5-7677E216F891}" dt="2026-05-13T12:35:41.486" v="630" actId="680"/>
        <pc:sldMkLst>
          <pc:docMk/>
          <pc:sldMk cId="1358168412" sldId="411"/>
        </pc:sldMkLst>
      </pc:sldChg>
      <pc:sldChg chg="new">
        <pc:chgData name="Roy, S (Soumen)" userId="d8c84919-a745-4299-ae56-ef1314639c03" providerId="ADAL" clId="{2F7BBD67-BE38-4D5D-87A5-7677E216F891}" dt="2026-05-13T12:35:41.514" v="631" actId="680"/>
        <pc:sldMkLst>
          <pc:docMk/>
          <pc:sldMk cId="1147659908" sldId="412"/>
        </pc:sldMkLst>
      </pc:sldChg>
      <pc:sldChg chg="new">
        <pc:chgData name="Roy, S (Soumen)" userId="d8c84919-a745-4299-ae56-ef1314639c03" providerId="ADAL" clId="{2F7BBD67-BE38-4D5D-87A5-7677E216F891}" dt="2026-05-13T12:35:41.558" v="632" actId="680"/>
        <pc:sldMkLst>
          <pc:docMk/>
          <pc:sldMk cId="1952610421" sldId="413"/>
        </pc:sldMkLst>
      </pc:sldChg>
      <pc:sldChg chg="new">
        <pc:chgData name="Roy, S (Soumen)" userId="d8c84919-a745-4299-ae56-ef1314639c03" providerId="ADAL" clId="{2F7BBD67-BE38-4D5D-87A5-7677E216F891}" dt="2026-05-13T12:35:41.594" v="633" actId="680"/>
        <pc:sldMkLst>
          <pc:docMk/>
          <pc:sldMk cId="909339621" sldId="414"/>
        </pc:sldMkLst>
      </pc:sldChg>
      <pc:sldChg chg="new">
        <pc:chgData name="Roy, S (Soumen)" userId="d8c84919-a745-4299-ae56-ef1314639c03" providerId="ADAL" clId="{2F7BBD67-BE38-4D5D-87A5-7677E216F891}" dt="2026-05-13T12:35:41.625" v="634" actId="680"/>
        <pc:sldMkLst>
          <pc:docMk/>
          <pc:sldMk cId="2768484938" sldId="415"/>
        </pc:sldMkLst>
      </pc:sldChg>
      <pc:sldChg chg="new">
        <pc:chgData name="Roy, S (Soumen)" userId="d8c84919-a745-4299-ae56-ef1314639c03" providerId="ADAL" clId="{2F7BBD67-BE38-4D5D-87A5-7677E216F891}" dt="2026-05-13T12:35:41.655" v="635" actId="680"/>
        <pc:sldMkLst>
          <pc:docMk/>
          <pc:sldMk cId="1866746262" sldId="416"/>
        </pc:sldMkLst>
      </pc:sldChg>
      <pc:sldChg chg="new">
        <pc:chgData name="Roy, S (Soumen)" userId="d8c84919-a745-4299-ae56-ef1314639c03" providerId="ADAL" clId="{2F7BBD67-BE38-4D5D-87A5-7677E216F891}" dt="2026-05-13T12:35:41.697" v="636" actId="680"/>
        <pc:sldMkLst>
          <pc:docMk/>
          <pc:sldMk cId="196895780" sldId="417"/>
        </pc:sldMkLst>
      </pc:sldChg>
      <pc:sldChg chg="new">
        <pc:chgData name="Roy, S (Soumen)" userId="d8c84919-a745-4299-ae56-ef1314639c03" providerId="ADAL" clId="{2F7BBD67-BE38-4D5D-87A5-7677E216F891}" dt="2026-05-13T12:35:41.718" v="637" actId="680"/>
        <pc:sldMkLst>
          <pc:docMk/>
          <pc:sldMk cId="2476291573" sldId="418"/>
        </pc:sldMkLst>
      </pc:sldChg>
      <pc:sldChg chg="new">
        <pc:chgData name="Roy, S (Soumen)" userId="d8c84919-a745-4299-ae56-ef1314639c03" providerId="ADAL" clId="{2F7BBD67-BE38-4D5D-87A5-7677E216F891}" dt="2026-05-13T12:35:41.741" v="638" actId="680"/>
        <pc:sldMkLst>
          <pc:docMk/>
          <pc:sldMk cId="9687940" sldId="419"/>
        </pc:sldMkLst>
      </pc:sldChg>
      <pc:sldChg chg="new">
        <pc:chgData name="Roy, S (Soumen)" userId="d8c84919-a745-4299-ae56-ef1314639c03" providerId="ADAL" clId="{2F7BBD67-BE38-4D5D-87A5-7677E216F891}" dt="2026-05-13T12:35:41.782" v="639" actId="680"/>
        <pc:sldMkLst>
          <pc:docMk/>
          <pc:sldMk cId="3811167596" sldId="420"/>
        </pc:sldMkLst>
      </pc:sldChg>
      <pc:sldChg chg="new">
        <pc:chgData name="Roy, S (Soumen)" userId="d8c84919-a745-4299-ae56-ef1314639c03" providerId="ADAL" clId="{2F7BBD67-BE38-4D5D-87A5-7677E216F891}" dt="2026-05-13T12:35:41.831" v="640" actId="680"/>
        <pc:sldMkLst>
          <pc:docMk/>
          <pc:sldMk cId="3085302883" sldId="421"/>
        </pc:sldMkLst>
      </pc:sldChg>
      <pc:sldChg chg="new">
        <pc:chgData name="Roy, S (Soumen)" userId="d8c84919-a745-4299-ae56-ef1314639c03" providerId="ADAL" clId="{2F7BBD67-BE38-4D5D-87A5-7677E216F891}" dt="2026-05-13T12:35:41.851" v="641" actId="680"/>
        <pc:sldMkLst>
          <pc:docMk/>
          <pc:sldMk cId="1962575134" sldId="422"/>
        </pc:sldMkLst>
      </pc:sldChg>
      <pc:sldChg chg="new">
        <pc:chgData name="Roy, S (Soumen)" userId="d8c84919-a745-4299-ae56-ef1314639c03" providerId="ADAL" clId="{2F7BBD67-BE38-4D5D-87A5-7677E216F891}" dt="2026-05-13T12:35:41.889" v="642" actId="680"/>
        <pc:sldMkLst>
          <pc:docMk/>
          <pc:sldMk cId="1416743509" sldId="423"/>
        </pc:sldMkLst>
      </pc:sldChg>
      <pc:sldChg chg="new">
        <pc:chgData name="Roy, S (Soumen)" userId="d8c84919-a745-4299-ae56-ef1314639c03" providerId="ADAL" clId="{2F7BBD67-BE38-4D5D-87A5-7677E216F891}" dt="2026-05-13T12:35:41.921" v="643" actId="680"/>
        <pc:sldMkLst>
          <pc:docMk/>
          <pc:sldMk cId="3176802943" sldId="424"/>
        </pc:sldMkLst>
      </pc:sldChg>
      <pc:sldChg chg="new">
        <pc:chgData name="Roy, S (Soumen)" userId="d8c84919-a745-4299-ae56-ef1314639c03" providerId="ADAL" clId="{2F7BBD67-BE38-4D5D-87A5-7677E216F891}" dt="2026-05-13T12:35:41.951" v="644" actId="680"/>
        <pc:sldMkLst>
          <pc:docMk/>
          <pc:sldMk cId="3484426821" sldId="425"/>
        </pc:sldMkLst>
      </pc:sldChg>
      <pc:sldChg chg="new">
        <pc:chgData name="Roy, S (Soumen)" userId="d8c84919-a745-4299-ae56-ef1314639c03" providerId="ADAL" clId="{2F7BBD67-BE38-4D5D-87A5-7677E216F891}" dt="2026-05-13T12:35:41.988" v="645" actId="680"/>
        <pc:sldMkLst>
          <pc:docMk/>
          <pc:sldMk cId="3023381127" sldId="426"/>
        </pc:sldMkLst>
      </pc:sldChg>
      <pc:sldChg chg="new">
        <pc:chgData name="Roy, S (Soumen)" userId="d8c84919-a745-4299-ae56-ef1314639c03" providerId="ADAL" clId="{2F7BBD67-BE38-4D5D-87A5-7677E216F891}" dt="2026-05-13T12:35:42.012" v="646" actId="680"/>
        <pc:sldMkLst>
          <pc:docMk/>
          <pc:sldMk cId="2681308773" sldId="427"/>
        </pc:sldMkLst>
      </pc:sldChg>
      <pc:sldChg chg="new">
        <pc:chgData name="Roy, S (Soumen)" userId="d8c84919-a745-4299-ae56-ef1314639c03" providerId="ADAL" clId="{2F7BBD67-BE38-4D5D-87A5-7677E216F891}" dt="2026-05-13T12:35:42.047" v="647" actId="680"/>
        <pc:sldMkLst>
          <pc:docMk/>
          <pc:sldMk cId="251843599" sldId="428"/>
        </pc:sldMkLst>
      </pc:sldChg>
      <pc:sldChg chg="new">
        <pc:chgData name="Roy, S (Soumen)" userId="d8c84919-a745-4299-ae56-ef1314639c03" providerId="ADAL" clId="{2F7BBD67-BE38-4D5D-87A5-7677E216F891}" dt="2026-05-13T12:35:42.081" v="648" actId="680"/>
        <pc:sldMkLst>
          <pc:docMk/>
          <pc:sldMk cId="772575965" sldId="429"/>
        </pc:sldMkLst>
      </pc:sldChg>
      <pc:sldChg chg="new">
        <pc:chgData name="Roy, S (Soumen)" userId="d8c84919-a745-4299-ae56-ef1314639c03" providerId="ADAL" clId="{2F7BBD67-BE38-4D5D-87A5-7677E216F891}" dt="2026-05-13T12:35:42.117" v="649" actId="680"/>
        <pc:sldMkLst>
          <pc:docMk/>
          <pc:sldMk cId="3557775382" sldId="430"/>
        </pc:sldMkLst>
      </pc:sldChg>
      <pc:sldChg chg="new">
        <pc:chgData name="Roy, S (Soumen)" userId="d8c84919-a745-4299-ae56-ef1314639c03" providerId="ADAL" clId="{2F7BBD67-BE38-4D5D-87A5-7677E216F891}" dt="2026-05-13T12:35:42.159" v="650" actId="680"/>
        <pc:sldMkLst>
          <pc:docMk/>
          <pc:sldMk cId="1265281826" sldId="431"/>
        </pc:sldMkLst>
      </pc:sldChg>
      <pc:sldChg chg="new">
        <pc:chgData name="Roy, S (Soumen)" userId="d8c84919-a745-4299-ae56-ef1314639c03" providerId="ADAL" clId="{2F7BBD67-BE38-4D5D-87A5-7677E216F891}" dt="2026-05-13T12:35:42.187" v="651" actId="680"/>
        <pc:sldMkLst>
          <pc:docMk/>
          <pc:sldMk cId="1645620198" sldId="432"/>
        </pc:sldMkLst>
      </pc:sldChg>
      <pc:sldChg chg="new">
        <pc:chgData name="Roy, S (Soumen)" userId="d8c84919-a745-4299-ae56-ef1314639c03" providerId="ADAL" clId="{2F7BBD67-BE38-4D5D-87A5-7677E216F891}" dt="2026-05-13T12:35:42.217" v="652" actId="680"/>
        <pc:sldMkLst>
          <pc:docMk/>
          <pc:sldMk cId="22099241" sldId="433"/>
        </pc:sldMkLst>
      </pc:sldChg>
      <pc:sldChg chg="new">
        <pc:chgData name="Roy, S (Soumen)" userId="d8c84919-a745-4299-ae56-ef1314639c03" providerId="ADAL" clId="{2F7BBD67-BE38-4D5D-87A5-7677E216F891}" dt="2026-05-13T12:35:42.246" v="653" actId="680"/>
        <pc:sldMkLst>
          <pc:docMk/>
          <pc:sldMk cId="3104264807" sldId="434"/>
        </pc:sldMkLst>
      </pc:sldChg>
      <pc:sldChg chg="new">
        <pc:chgData name="Roy, S (Soumen)" userId="d8c84919-a745-4299-ae56-ef1314639c03" providerId="ADAL" clId="{2F7BBD67-BE38-4D5D-87A5-7677E216F891}" dt="2026-05-13T12:35:42.280" v="654" actId="680"/>
        <pc:sldMkLst>
          <pc:docMk/>
          <pc:sldMk cId="2073177363" sldId="435"/>
        </pc:sldMkLst>
      </pc:sldChg>
      <pc:sldChg chg="new">
        <pc:chgData name="Roy, S (Soumen)" userId="d8c84919-a745-4299-ae56-ef1314639c03" providerId="ADAL" clId="{2F7BBD67-BE38-4D5D-87A5-7677E216F891}" dt="2026-05-13T12:35:42.311" v="655" actId="680"/>
        <pc:sldMkLst>
          <pc:docMk/>
          <pc:sldMk cId="3544640841" sldId="436"/>
        </pc:sldMkLst>
      </pc:sldChg>
      <pc:sldChg chg="new">
        <pc:chgData name="Roy, S (Soumen)" userId="d8c84919-a745-4299-ae56-ef1314639c03" providerId="ADAL" clId="{2F7BBD67-BE38-4D5D-87A5-7677E216F891}" dt="2026-05-13T12:35:42.343" v="656" actId="680"/>
        <pc:sldMkLst>
          <pc:docMk/>
          <pc:sldMk cId="2605679711" sldId="437"/>
        </pc:sldMkLst>
      </pc:sldChg>
      <pc:sldChg chg="new">
        <pc:chgData name="Roy, S (Soumen)" userId="d8c84919-a745-4299-ae56-ef1314639c03" providerId="ADAL" clId="{2F7BBD67-BE38-4D5D-87A5-7677E216F891}" dt="2026-05-13T12:35:42.374" v="657" actId="680"/>
        <pc:sldMkLst>
          <pc:docMk/>
          <pc:sldMk cId="1800901502" sldId="438"/>
        </pc:sldMkLst>
      </pc:sldChg>
      <pc:sldChg chg="new">
        <pc:chgData name="Roy, S (Soumen)" userId="d8c84919-a745-4299-ae56-ef1314639c03" providerId="ADAL" clId="{2F7BBD67-BE38-4D5D-87A5-7677E216F891}" dt="2026-05-13T12:35:42.408" v="658" actId="680"/>
        <pc:sldMkLst>
          <pc:docMk/>
          <pc:sldMk cId="3353064711" sldId="439"/>
        </pc:sldMkLst>
      </pc:sldChg>
      <pc:sldChg chg="new">
        <pc:chgData name="Roy, S (Soumen)" userId="d8c84919-a745-4299-ae56-ef1314639c03" providerId="ADAL" clId="{2F7BBD67-BE38-4D5D-87A5-7677E216F891}" dt="2026-05-13T12:35:42.460" v="659" actId="680"/>
        <pc:sldMkLst>
          <pc:docMk/>
          <pc:sldMk cId="3026979976" sldId="440"/>
        </pc:sldMkLst>
      </pc:sldChg>
      <pc:sldChg chg="new">
        <pc:chgData name="Roy, S (Soumen)" userId="d8c84919-a745-4299-ae56-ef1314639c03" providerId="ADAL" clId="{2F7BBD67-BE38-4D5D-87A5-7677E216F891}" dt="2026-05-13T12:35:42.481" v="660" actId="680"/>
        <pc:sldMkLst>
          <pc:docMk/>
          <pc:sldMk cId="4213250947" sldId="441"/>
        </pc:sldMkLst>
      </pc:sldChg>
      <pc:sldChg chg="new">
        <pc:chgData name="Roy, S (Soumen)" userId="d8c84919-a745-4299-ae56-ef1314639c03" providerId="ADAL" clId="{2F7BBD67-BE38-4D5D-87A5-7677E216F891}" dt="2026-05-13T12:35:42.518" v="661" actId="680"/>
        <pc:sldMkLst>
          <pc:docMk/>
          <pc:sldMk cId="2225810789" sldId="442"/>
        </pc:sldMkLst>
      </pc:sldChg>
      <pc:sldChg chg="new">
        <pc:chgData name="Roy, S (Soumen)" userId="d8c84919-a745-4299-ae56-ef1314639c03" providerId="ADAL" clId="{2F7BBD67-BE38-4D5D-87A5-7677E216F891}" dt="2026-05-13T12:35:42.547" v="662" actId="680"/>
        <pc:sldMkLst>
          <pc:docMk/>
          <pc:sldMk cId="3225592371" sldId="443"/>
        </pc:sldMkLst>
      </pc:sldChg>
      <pc:sldChg chg="new">
        <pc:chgData name="Roy, S (Soumen)" userId="d8c84919-a745-4299-ae56-ef1314639c03" providerId="ADAL" clId="{2F7BBD67-BE38-4D5D-87A5-7677E216F891}" dt="2026-05-13T12:35:42.577" v="663" actId="680"/>
        <pc:sldMkLst>
          <pc:docMk/>
          <pc:sldMk cId="1772438550" sldId="444"/>
        </pc:sldMkLst>
      </pc:sldChg>
      <pc:sldChg chg="new">
        <pc:chgData name="Roy, S (Soumen)" userId="d8c84919-a745-4299-ae56-ef1314639c03" providerId="ADAL" clId="{2F7BBD67-BE38-4D5D-87A5-7677E216F891}" dt="2026-05-13T12:35:42.613" v="664" actId="680"/>
        <pc:sldMkLst>
          <pc:docMk/>
          <pc:sldMk cId="964056919" sldId="445"/>
        </pc:sldMkLst>
      </pc:sldChg>
      <pc:sldChg chg="new">
        <pc:chgData name="Roy, S (Soumen)" userId="d8c84919-a745-4299-ae56-ef1314639c03" providerId="ADAL" clId="{2F7BBD67-BE38-4D5D-87A5-7677E216F891}" dt="2026-05-13T12:35:42.634" v="665" actId="680"/>
        <pc:sldMkLst>
          <pc:docMk/>
          <pc:sldMk cId="2471719169" sldId="446"/>
        </pc:sldMkLst>
      </pc:sldChg>
      <pc:sldChg chg="new">
        <pc:chgData name="Roy, S (Soumen)" userId="d8c84919-a745-4299-ae56-ef1314639c03" providerId="ADAL" clId="{2F7BBD67-BE38-4D5D-87A5-7677E216F891}" dt="2026-05-13T12:35:42.670" v="666" actId="680"/>
        <pc:sldMkLst>
          <pc:docMk/>
          <pc:sldMk cId="2174763569" sldId="447"/>
        </pc:sldMkLst>
      </pc:sldChg>
      <pc:sldChg chg="new">
        <pc:chgData name="Roy, S (Soumen)" userId="d8c84919-a745-4299-ae56-ef1314639c03" providerId="ADAL" clId="{2F7BBD67-BE38-4D5D-87A5-7677E216F891}" dt="2026-05-13T12:35:42.702" v="667" actId="680"/>
        <pc:sldMkLst>
          <pc:docMk/>
          <pc:sldMk cId="2501779743" sldId="448"/>
        </pc:sldMkLst>
      </pc:sldChg>
      <pc:sldChg chg="new">
        <pc:chgData name="Roy, S (Soumen)" userId="d8c84919-a745-4299-ae56-ef1314639c03" providerId="ADAL" clId="{2F7BBD67-BE38-4D5D-87A5-7677E216F891}" dt="2026-05-13T12:35:42.749" v="668" actId="680"/>
        <pc:sldMkLst>
          <pc:docMk/>
          <pc:sldMk cId="909686228" sldId="449"/>
        </pc:sldMkLst>
      </pc:sldChg>
      <pc:sldChg chg="new">
        <pc:chgData name="Roy, S (Soumen)" userId="d8c84919-a745-4299-ae56-ef1314639c03" providerId="ADAL" clId="{2F7BBD67-BE38-4D5D-87A5-7677E216F891}" dt="2026-05-13T12:35:42.780" v="669" actId="680"/>
        <pc:sldMkLst>
          <pc:docMk/>
          <pc:sldMk cId="3157285336" sldId="450"/>
        </pc:sldMkLst>
      </pc:sldChg>
      <pc:sldChg chg="new">
        <pc:chgData name="Roy, S (Soumen)" userId="d8c84919-a745-4299-ae56-ef1314639c03" providerId="ADAL" clId="{2F7BBD67-BE38-4D5D-87A5-7677E216F891}" dt="2026-05-13T12:35:42.813" v="670" actId="680"/>
        <pc:sldMkLst>
          <pc:docMk/>
          <pc:sldMk cId="2769927016" sldId="451"/>
        </pc:sldMkLst>
      </pc:sldChg>
      <pc:sldChg chg="new">
        <pc:chgData name="Roy, S (Soumen)" userId="d8c84919-a745-4299-ae56-ef1314639c03" providerId="ADAL" clId="{2F7BBD67-BE38-4D5D-87A5-7677E216F891}" dt="2026-05-13T12:35:42.855" v="671" actId="680"/>
        <pc:sldMkLst>
          <pc:docMk/>
          <pc:sldMk cId="339781352" sldId="452"/>
        </pc:sldMkLst>
      </pc:sldChg>
      <pc:sldChg chg="new">
        <pc:chgData name="Roy, S (Soumen)" userId="d8c84919-a745-4299-ae56-ef1314639c03" providerId="ADAL" clId="{2F7BBD67-BE38-4D5D-87A5-7677E216F891}" dt="2026-05-13T12:35:42.876" v="672" actId="680"/>
        <pc:sldMkLst>
          <pc:docMk/>
          <pc:sldMk cId="1556464979" sldId="453"/>
        </pc:sldMkLst>
      </pc:sldChg>
      <pc:sldChg chg="new">
        <pc:chgData name="Roy, S (Soumen)" userId="d8c84919-a745-4299-ae56-ef1314639c03" providerId="ADAL" clId="{2F7BBD67-BE38-4D5D-87A5-7677E216F891}" dt="2026-05-13T12:35:42.911" v="673" actId="680"/>
        <pc:sldMkLst>
          <pc:docMk/>
          <pc:sldMk cId="2298155432" sldId="454"/>
        </pc:sldMkLst>
      </pc:sldChg>
      <pc:sldChg chg="new">
        <pc:chgData name="Roy, S (Soumen)" userId="d8c84919-a745-4299-ae56-ef1314639c03" providerId="ADAL" clId="{2F7BBD67-BE38-4D5D-87A5-7677E216F891}" dt="2026-05-13T12:35:42.934" v="674" actId="680"/>
        <pc:sldMkLst>
          <pc:docMk/>
          <pc:sldMk cId="998547025" sldId="455"/>
        </pc:sldMkLst>
      </pc:sldChg>
      <pc:sldChg chg="new">
        <pc:chgData name="Roy, S (Soumen)" userId="d8c84919-a745-4299-ae56-ef1314639c03" providerId="ADAL" clId="{2F7BBD67-BE38-4D5D-87A5-7677E216F891}" dt="2026-05-13T12:35:42.969" v="675" actId="680"/>
        <pc:sldMkLst>
          <pc:docMk/>
          <pc:sldMk cId="4009408384" sldId="456"/>
        </pc:sldMkLst>
      </pc:sldChg>
      <pc:sldChg chg="new">
        <pc:chgData name="Roy, S (Soumen)" userId="d8c84919-a745-4299-ae56-ef1314639c03" providerId="ADAL" clId="{2F7BBD67-BE38-4D5D-87A5-7677E216F891}" dt="2026-05-13T12:35:43.017" v="676" actId="680"/>
        <pc:sldMkLst>
          <pc:docMk/>
          <pc:sldMk cId="281477160" sldId="457"/>
        </pc:sldMkLst>
      </pc:sldChg>
      <pc:sldChg chg="new">
        <pc:chgData name="Roy, S (Soumen)" userId="d8c84919-a745-4299-ae56-ef1314639c03" providerId="ADAL" clId="{2F7BBD67-BE38-4D5D-87A5-7677E216F891}" dt="2026-05-13T12:35:43.039" v="677" actId="680"/>
        <pc:sldMkLst>
          <pc:docMk/>
          <pc:sldMk cId="2748225847" sldId="458"/>
        </pc:sldMkLst>
      </pc:sldChg>
      <pc:sldChg chg="new">
        <pc:chgData name="Roy, S (Soumen)" userId="d8c84919-a745-4299-ae56-ef1314639c03" providerId="ADAL" clId="{2F7BBD67-BE38-4D5D-87A5-7677E216F891}" dt="2026-05-13T12:35:43.079" v="678" actId="680"/>
        <pc:sldMkLst>
          <pc:docMk/>
          <pc:sldMk cId="2810646603" sldId="459"/>
        </pc:sldMkLst>
      </pc:sldChg>
      <pc:sldChg chg="new">
        <pc:chgData name="Roy, S (Soumen)" userId="d8c84919-a745-4299-ae56-ef1314639c03" providerId="ADAL" clId="{2F7BBD67-BE38-4D5D-87A5-7677E216F891}" dt="2026-05-13T12:35:43.108" v="679" actId="680"/>
        <pc:sldMkLst>
          <pc:docMk/>
          <pc:sldMk cId="2927325754" sldId="460"/>
        </pc:sldMkLst>
      </pc:sldChg>
      <pc:sldChg chg="new">
        <pc:chgData name="Roy, S (Soumen)" userId="d8c84919-a745-4299-ae56-ef1314639c03" providerId="ADAL" clId="{2F7BBD67-BE38-4D5D-87A5-7677E216F891}" dt="2026-05-13T12:35:43.138" v="680" actId="680"/>
        <pc:sldMkLst>
          <pc:docMk/>
          <pc:sldMk cId="1622553828" sldId="461"/>
        </pc:sldMkLst>
      </pc:sldChg>
      <pc:sldChg chg="new">
        <pc:chgData name="Roy, S (Soumen)" userId="d8c84919-a745-4299-ae56-ef1314639c03" providerId="ADAL" clId="{2F7BBD67-BE38-4D5D-87A5-7677E216F891}" dt="2026-05-13T12:35:43.174" v="681" actId="680"/>
        <pc:sldMkLst>
          <pc:docMk/>
          <pc:sldMk cId="33533428" sldId="462"/>
        </pc:sldMkLst>
      </pc:sldChg>
      <pc:sldChg chg="new">
        <pc:chgData name="Roy, S (Soumen)" userId="d8c84919-a745-4299-ae56-ef1314639c03" providerId="ADAL" clId="{2F7BBD67-BE38-4D5D-87A5-7677E216F891}" dt="2026-05-13T12:35:43.204" v="682" actId="680"/>
        <pc:sldMkLst>
          <pc:docMk/>
          <pc:sldMk cId="1634246325" sldId="463"/>
        </pc:sldMkLst>
      </pc:sldChg>
      <pc:sldChg chg="new">
        <pc:chgData name="Roy, S (Soumen)" userId="d8c84919-a745-4299-ae56-ef1314639c03" providerId="ADAL" clId="{2F7BBD67-BE38-4D5D-87A5-7677E216F891}" dt="2026-05-13T12:35:43.226" v="683" actId="680"/>
        <pc:sldMkLst>
          <pc:docMk/>
          <pc:sldMk cId="2295879375" sldId="464"/>
        </pc:sldMkLst>
      </pc:sldChg>
      <pc:sldChg chg="new">
        <pc:chgData name="Roy, S (Soumen)" userId="d8c84919-a745-4299-ae56-ef1314639c03" providerId="ADAL" clId="{2F7BBD67-BE38-4D5D-87A5-7677E216F891}" dt="2026-05-13T12:35:43.279" v="684" actId="680"/>
        <pc:sldMkLst>
          <pc:docMk/>
          <pc:sldMk cId="673810792" sldId="465"/>
        </pc:sldMkLst>
      </pc:sldChg>
      <pc:sldChg chg="new">
        <pc:chgData name="Roy, S (Soumen)" userId="d8c84919-a745-4299-ae56-ef1314639c03" providerId="ADAL" clId="{2F7BBD67-BE38-4D5D-87A5-7677E216F891}" dt="2026-05-13T12:35:43.314" v="685" actId="680"/>
        <pc:sldMkLst>
          <pc:docMk/>
          <pc:sldMk cId="2350975847" sldId="466"/>
        </pc:sldMkLst>
      </pc:sldChg>
      <pc:sldChg chg="new">
        <pc:chgData name="Roy, S (Soumen)" userId="d8c84919-a745-4299-ae56-ef1314639c03" providerId="ADAL" clId="{2F7BBD67-BE38-4D5D-87A5-7677E216F891}" dt="2026-05-13T12:35:43.342" v="686" actId="680"/>
        <pc:sldMkLst>
          <pc:docMk/>
          <pc:sldMk cId="1976765373" sldId="467"/>
        </pc:sldMkLst>
      </pc:sldChg>
      <pc:sldChg chg="new">
        <pc:chgData name="Roy, S (Soumen)" userId="d8c84919-a745-4299-ae56-ef1314639c03" providerId="ADAL" clId="{2F7BBD67-BE38-4D5D-87A5-7677E216F891}" dt="2026-05-13T12:35:43.370" v="687" actId="680"/>
        <pc:sldMkLst>
          <pc:docMk/>
          <pc:sldMk cId="164275507" sldId="468"/>
        </pc:sldMkLst>
      </pc:sldChg>
      <pc:sldChg chg="new">
        <pc:chgData name="Roy, S (Soumen)" userId="d8c84919-a745-4299-ae56-ef1314639c03" providerId="ADAL" clId="{2F7BBD67-BE38-4D5D-87A5-7677E216F891}" dt="2026-05-13T12:35:43.411" v="688" actId="680"/>
        <pc:sldMkLst>
          <pc:docMk/>
          <pc:sldMk cId="342682076" sldId="469"/>
        </pc:sldMkLst>
      </pc:sldChg>
      <pc:sldChg chg="new">
        <pc:chgData name="Roy, S (Soumen)" userId="d8c84919-a745-4299-ae56-ef1314639c03" providerId="ADAL" clId="{2F7BBD67-BE38-4D5D-87A5-7677E216F891}" dt="2026-05-13T12:35:43.433" v="689" actId="680"/>
        <pc:sldMkLst>
          <pc:docMk/>
          <pc:sldMk cId="1294785359" sldId="470"/>
        </pc:sldMkLst>
      </pc:sldChg>
      <pc:sldChg chg="new">
        <pc:chgData name="Roy, S (Soumen)" userId="d8c84919-a745-4299-ae56-ef1314639c03" providerId="ADAL" clId="{2F7BBD67-BE38-4D5D-87A5-7677E216F891}" dt="2026-05-13T12:35:43.471" v="690" actId="680"/>
        <pc:sldMkLst>
          <pc:docMk/>
          <pc:sldMk cId="2107649105" sldId="471"/>
        </pc:sldMkLst>
      </pc:sldChg>
      <pc:sldChg chg="new">
        <pc:chgData name="Roy, S (Soumen)" userId="d8c84919-a745-4299-ae56-ef1314639c03" providerId="ADAL" clId="{2F7BBD67-BE38-4D5D-87A5-7677E216F891}" dt="2026-05-13T12:35:43.492" v="691" actId="680"/>
        <pc:sldMkLst>
          <pc:docMk/>
          <pc:sldMk cId="200799183" sldId="472"/>
        </pc:sldMkLst>
      </pc:sldChg>
      <pc:sldChg chg="new">
        <pc:chgData name="Roy, S (Soumen)" userId="d8c84919-a745-4299-ae56-ef1314639c03" providerId="ADAL" clId="{2F7BBD67-BE38-4D5D-87A5-7677E216F891}" dt="2026-05-13T12:35:43.536" v="692" actId="680"/>
        <pc:sldMkLst>
          <pc:docMk/>
          <pc:sldMk cId="2441834819" sldId="473"/>
        </pc:sldMkLst>
      </pc:sldChg>
      <pc:sldChg chg="new">
        <pc:chgData name="Roy, S (Soumen)" userId="d8c84919-a745-4299-ae56-ef1314639c03" providerId="ADAL" clId="{2F7BBD67-BE38-4D5D-87A5-7677E216F891}" dt="2026-05-13T12:35:43.563" v="693" actId="680"/>
        <pc:sldMkLst>
          <pc:docMk/>
          <pc:sldMk cId="1713170222" sldId="474"/>
        </pc:sldMkLst>
      </pc:sldChg>
      <pc:sldChg chg="new">
        <pc:chgData name="Roy, S (Soumen)" userId="d8c84919-a745-4299-ae56-ef1314639c03" providerId="ADAL" clId="{2F7BBD67-BE38-4D5D-87A5-7677E216F891}" dt="2026-05-13T12:35:43.608" v="694" actId="680"/>
        <pc:sldMkLst>
          <pc:docMk/>
          <pc:sldMk cId="4032038323" sldId="475"/>
        </pc:sldMkLst>
      </pc:sldChg>
      <pc:sldChg chg="new">
        <pc:chgData name="Roy, S (Soumen)" userId="d8c84919-a745-4299-ae56-ef1314639c03" providerId="ADAL" clId="{2F7BBD67-BE38-4D5D-87A5-7677E216F891}" dt="2026-05-13T12:35:43.642" v="695" actId="680"/>
        <pc:sldMkLst>
          <pc:docMk/>
          <pc:sldMk cId="3984097210" sldId="476"/>
        </pc:sldMkLst>
      </pc:sldChg>
      <pc:sldChg chg="new">
        <pc:chgData name="Roy, S (Soumen)" userId="d8c84919-a745-4299-ae56-ef1314639c03" providerId="ADAL" clId="{2F7BBD67-BE38-4D5D-87A5-7677E216F891}" dt="2026-05-13T12:35:43.665" v="696" actId="680"/>
        <pc:sldMkLst>
          <pc:docMk/>
          <pc:sldMk cId="1263808964" sldId="477"/>
        </pc:sldMkLst>
      </pc:sldChg>
      <pc:sldChg chg="new">
        <pc:chgData name="Roy, S (Soumen)" userId="d8c84919-a745-4299-ae56-ef1314639c03" providerId="ADAL" clId="{2F7BBD67-BE38-4D5D-87A5-7677E216F891}" dt="2026-05-13T12:35:43.705" v="697" actId="680"/>
        <pc:sldMkLst>
          <pc:docMk/>
          <pc:sldMk cId="369686144" sldId="478"/>
        </pc:sldMkLst>
      </pc:sldChg>
      <pc:sldChg chg="new">
        <pc:chgData name="Roy, S (Soumen)" userId="d8c84919-a745-4299-ae56-ef1314639c03" providerId="ADAL" clId="{2F7BBD67-BE38-4D5D-87A5-7677E216F891}" dt="2026-05-13T12:35:43.729" v="698" actId="680"/>
        <pc:sldMkLst>
          <pc:docMk/>
          <pc:sldMk cId="3858622264" sldId="479"/>
        </pc:sldMkLst>
      </pc:sldChg>
      <pc:sldChg chg="new">
        <pc:chgData name="Roy, S (Soumen)" userId="d8c84919-a745-4299-ae56-ef1314639c03" providerId="ADAL" clId="{2F7BBD67-BE38-4D5D-87A5-7677E216F891}" dt="2026-05-13T12:35:43.763" v="699" actId="680"/>
        <pc:sldMkLst>
          <pc:docMk/>
          <pc:sldMk cId="3214862073" sldId="480"/>
        </pc:sldMkLst>
      </pc:sldChg>
      <pc:sldChg chg="new">
        <pc:chgData name="Roy, S (Soumen)" userId="d8c84919-a745-4299-ae56-ef1314639c03" providerId="ADAL" clId="{2F7BBD67-BE38-4D5D-87A5-7677E216F891}" dt="2026-05-13T12:35:43.800" v="700" actId="680"/>
        <pc:sldMkLst>
          <pc:docMk/>
          <pc:sldMk cId="460411981" sldId="481"/>
        </pc:sldMkLst>
      </pc:sldChg>
      <pc:sldChg chg="new">
        <pc:chgData name="Roy, S (Soumen)" userId="d8c84919-a745-4299-ae56-ef1314639c03" providerId="ADAL" clId="{2F7BBD67-BE38-4D5D-87A5-7677E216F891}" dt="2026-05-13T12:35:43.821" v="701" actId="680"/>
        <pc:sldMkLst>
          <pc:docMk/>
          <pc:sldMk cId="3213430331" sldId="482"/>
        </pc:sldMkLst>
      </pc:sldChg>
      <pc:sldChg chg="new">
        <pc:chgData name="Roy, S (Soumen)" userId="d8c84919-a745-4299-ae56-ef1314639c03" providerId="ADAL" clId="{2F7BBD67-BE38-4D5D-87A5-7677E216F891}" dt="2026-05-13T12:35:43.875" v="702" actId="680"/>
        <pc:sldMkLst>
          <pc:docMk/>
          <pc:sldMk cId="1466266149" sldId="483"/>
        </pc:sldMkLst>
      </pc:sldChg>
      <pc:sldChg chg="new">
        <pc:chgData name="Roy, S (Soumen)" userId="d8c84919-a745-4299-ae56-ef1314639c03" providerId="ADAL" clId="{2F7BBD67-BE38-4D5D-87A5-7677E216F891}" dt="2026-05-13T12:35:43.901" v="703" actId="680"/>
        <pc:sldMkLst>
          <pc:docMk/>
          <pc:sldMk cId="596668097" sldId="484"/>
        </pc:sldMkLst>
      </pc:sldChg>
      <pc:sldChg chg="new">
        <pc:chgData name="Roy, S (Soumen)" userId="d8c84919-a745-4299-ae56-ef1314639c03" providerId="ADAL" clId="{2F7BBD67-BE38-4D5D-87A5-7677E216F891}" dt="2026-05-13T12:35:43.938" v="704" actId="680"/>
        <pc:sldMkLst>
          <pc:docMk/>
          <pc:sldMk cId="1876583025" sldId="485"/>
        </pc:sldMkLst>
      </pc:sldChg>
      <pc:sldChg chg="new">
        <pc:chgData name="Roy, S (Soumen)" userId="d8c84919-a745-4299-ae56-ef1314639c03" providerId="ADAL" clId="{2F7BBD67-BE38-4D5D-87A5-7677E216F891}" dt="2026-05-13T12:35:43.960" v="705" actId="680"/>
        <pc:sldMkLst>
          <pc:docMk/>
          <pc:sldMk cId="2945145243" sldId="486"/>
        </pc:sldMkLst>
      </pc:sldChg>
      <pc:sldChg chg="new">
        <pc:chgData name="Roy, S (Soumen)" userId="d8c84919-a745-4299-ae56-ef1314639c03" providerId="ADAL" clId="{2F7BBD67-BE38-4D5D-87A5-7677E216F891}" dt="2026-05-13T12:35:44.008" v="706" actId="680"/>
        <pc:sldMkLst>
          <pc:docMk/>
          <pc:sldMk cId="2968600757" sldId="487"/>
        </pc:sldMkLst>
      </pc:sldChg>
      <pc:sldChg chg="new">
        <pc:chgData name="Roy, S (Soumen)" userId="d8c84919-a745-4299-ae56-ef1314639c03" providerId="ADAL" clId="{2F7BBD67-BE38-4D5D-87A5-7677E216F891}" dt="2026-05-13T12:35:44.035" v="707" actId="680"/>
        <pc:sldMkLst>
          <pc:docMk/>
          <pc:sldMk cId="3250100875" sldId="488"/>
        </pc:sldMkLst>
      </pc:sldChg>
      <pc:sldChg chg="new">
        <pc:chgData name="Roy, S (Soumen)" userId="d8c84919-a745-4299-ae56-ef1314639c03" providerId="ADAL" clId="{2F7BBD67-BE38-4D5D-87A5-7677E216F891}" dt="2026-05-13T12:35:44.061" v="708" actId="680"/>
        <pc:sldMkLst>
          <pc:docMk/>
          <pc:sldMk cId="1253328996" sldId="489"/>
        </pc:sldMkLst>
      </pc:sldChg>
      <pc:sldChg chg="new">
        <pc:chgData name="Roy, S (Soumen)" userId="d8c84919-a745-4299-ae56-ef1314639c03" providerId="ADAL" clId="{2F7BBD67-BE38-4D5D-87A5-7677E216F891}" dt="2026-05-13T12:35:44.090" v="709" actId="680"/>
        <pc:sldMkLst>
          <pc:docMk/>
          <pc:sldMk cId="1898868841" sldId="490"/>
        </pc:sldMkLst>
      </pc:sldChg>
      <pc:sldChg chg="new">
        <pc:chgData name="Roy, S (Soumen)" userId="d8c84919-a745-4299-ae56-ef1314639c03" providerId="ADAL" clId="{2F7BBD67-BE38-4D5D-87A5-7677E216F891}" dt="2026-05-13T12:35:44.123" v="710" actId="680"/>
        <pc:sldMkLst>
          <pc:docMk/>
          <pc:sldMk cId="2247675342" sldId="491"/>
        </pc:sldMkLst>
      </pc:sldChg>
      <pc:sldChg chg="new">
        <pc:chgData name="Roy, S (Soumen)" userId="d8c84919-a745-4299-ae56-ef1314639c03" providerId="ADAL" clId="{2F7BBD67-BE38-4D5D-87A5-7677E216F891}" dt="2026-05-13T12:35:44.176" v="711" actId="680"/>
        <pc:sldMkLst>
          <pc:docMk/>
          <pc:sldMk cId="300317210" sldId="492"/>
        </pc:sldMkLst>
      </pc:sldChg>
      <pc:sldChg chg="new">
        <pc:chgData name="Roy, S (Soumen)" userId="d8c84919-a745-4299-ae56-ef1314639c03" providerId="ADAL" clId="{2F7BBD67-BE38-4D5D-87A5-7677E216F891}" dt="2026-05-13T12:35:44.201" v="712" actId="680"/>
        <pc:sldMkLst>
          <pc:docMk/>
          <pc:sldMk cId="3673887152" sldId="493"/>
        </pc:sldMkLst>
      </pc:sldChg>
      <pc:sldChg chg="new">
        <pc:chgData name="Roy, S (Soumen)" userId="d8c84919-a745-4299-ae56-ef1314639c03" providerId="ADAL" clId="{2F7BBD67-BE38-4D5D-87A5-7677E216F891}" dt="2026-05-13T12:35:44.236" v="713" actId="680"/>
        <pc:sldMkLst>
          <pc:docMk/>
          <pc:sldMk cId="2357736187" sldId="494"/>
        </pc:sldMkLst>
      </pc:sldChg>
      <pc:sldChg chg="new">
        <pc:chgData name="Roy, S (Soumen)" userId="d8c84919-a745-4299-ae56-ef1314639c03" providerId="ADAL" clId="{2F7BBD67-BE38-4D5D-87A5-7677E216F891}" dt="2026-05-13T12:35:44.264" v="714" actId="680"/>
        <pc:sldMkLst>
          <pc:docMk/>
          <pc:sldMk cId="371427827" sldId="495"/>
        </pc:sldMkLst>
      </pc:sldChg>
      <pc:sldChg chg="new">
        <pc:chgData name="Roy, S (Soumen)" userId="d8c84919-a745-4299-ae56-ef1314639c03" providerId="ADAL" clId="{2F7BBD67-BE38-4D5D-87A5-7677E216F891}" dt="2026-05-13T12:35:44.296" v="715" actId="680"/>
        <pc:sldMkLst>
          <pc:docMk/>
          <pc:sldMk cId="774689725" sldId="496"/>
        </pc:sldMkLst>
      </pc:sldChg>
      <pc:sldChg chg="new">
        <pc:chgData name="Roy, S (Soumen)" userId="d8c84919-a745-4299-ae56-ef1314639c03" providerId="ADAL" clId="{2F7BBD67-BE38-4D5D-87A5-7677E216F891}" dt="2026-05-13T12:35:44.326" v="716" actId="680"/>
        <pc:sldMkLst>
          <pc:docMk/>
          <pc:sldMk cId="1459542834" sldId="497"/>
        </pc:sldMkLst>
      </pc:sldChg>
      <pc:sldChg chg="new">
        <pc:chgData name="Roy, S (Soumen)" userId="d8c84919-a745-4299-ae56-ef1314639c03" providerId="ADAL" clId="{2F7BBD67-BE38-4D5D-87A5-7677E216F891}" dt="2026-05-13T12:35:44.366" v="717" actId="680"/>
        <pc:sldMkLst>
          <pc:docMk/>
          <pc:sldMk cId="3431187366" sldId="498"/>
        </pc:sldMkLst>
      </pc:sldChg>
      <pc:sldChg chg="new">
        <pc:chgData name="Roy, S (Soumen)" userId="d8c84919-a745-4299-ae56-ef1314639c03" providerId="ADAL" clId="{2F7BBD67-BE38-4D5D-87A5-7677E216F891}" dt="2026-05-13T12:35:44.397" v="718" actId="680"/>
        <pc:sldMkLst>
          <pc:docMk/>
          <pc:sldMk cId="3845052871" sldId="499"/>
        </pc:sldMkLst>
      </pc:sldChg>
      <pc:sldChg chg="new">
        <pc:chgData name="Roy, S (Soumen)" userId="d8c84919-a745-4299-ae56-ef1314639c03" providerId="ADAL" clId="{2F7BBD67-BE38-4D5D-87A5-7677E216F891}" dt="2026-05-13T12:35:44.424" v="719" actId="680"/>
        <pc:sldMkLst>
          <pc:docMk/>
          <pc:sldMk cId="3800125991" sldId="500"/>
        </pc:sldMkLst>
      </pc:sldChg>
      <pc:sldChg chg="new">
        <pc:chgData name="Roy, S (Soumen)" userId="d8c84919-a745-4299-ae56-ef1314639c03" providerId="ADAL" clId="{2F7BBD67-BE38-4D5D-87A5-7677E216F891}" dt="2026-05-13T12:35:44.481" v="720" actId="680"/>
        <pc:sldMkLst>
          <pc:docMk/>
          <pc:sldMk cId="3301103711" sldId="501"/>
        </pc:sldMkLst>
      </pc:sldChg>
      <pc:sldChg chg="new">
        <pc:chgData name="Roy, S (Soumen)" userId="d8c84919-a745-4299-ae56-ef1314639c03" providerId="ADAL" clId="{2F7BBD67-BE38-4D5D-87A5-7677E216F891}" dt="2026-05-13T12:35:44.510" v="721" actId="680"/>
        <pc:sldMkLst>
          <pc:docMk/>
          <pc:sldMk cId="3863370087" sldId="502"/>
        </pc:sldMkLst>
      </pc:sldChg>
      <pc:sldChg chg="new">
        <pc:chgData name="Roy, S (Soumen)" userId="d8c84919-a745-4299-ae56-ef1314639c03" providerId="ADAL" clId="{2F7BBD67-BE38-4D5D-87A5-7677E216F891}" dt="2026-05-13T12:35:44.541" v="722" actId="680"/>
        <pc:sldMkLst>
          <pc:docMk/>
          <pc:sldMk cId="2747044832" sldId="503"/>
        </pc:sldMkLst>
      </pc:sldChg>
      <pc:sldChg chg="new">
        <pc:chgData name="Roy, S (Soumen)" userId="d8c84919-a745-4299-ae56-ef1314639c03" providerId="ADAL" clId="{2F7BBD67-BE38-4D5D-87A5-7677E216F891}" dt="2026-05-13T12:35:44.568" v="723" actId="680"/>
        <pc:sldMkLst>
          <pc:docMk/>
          <pc:sldMk cId="2850812633" sldId="504"/>
        </pc:sldMkLst>
      </pc:sldChg>
      <pc:sldChg chg="new">
        <pc:chgData name="Roy, S (Soumen)" userId="d8c84919-a745-4299-ae56-ef1314639c03" providerId="ADAL" clId="{2F7BBD67-BE38-4D5D-87A5-7677E216F891}" dt="2026-05-13T12:35:44.598" v="724" actId="680"/>
        <pc:sldMkLst>
          <pc:docMk/>
          <pc:sldMk cId="2775677495" sldId="505"/>
        </pc:sldMkLst>
      </pc:sldChg>
      <pc:sldChg chg="new">
        <pc:chgData name="Roy, S (Soumen)" userId="d8c84919-a745-4299-ae56-ef1314639c03" providerId="ADAL" clId="{2F7BBD67-BE38-4D5D-87A5-7677E216F891}" dt="2026-05-13T12:35:44.627" v="725" actId="680"/>
        <pc:sldMkLst>
          <pc:docMk/>
          <pc:sldMk cId="207086659" sldId="506"/>
        </pc:sldMkLst>
      </pc:sldChg>
      <pc:sldChg chg="new">
        <pc:chgData name="Roy, S (Soumen)" userId="d8c84919-a745-4299-ae56-ef1314639c03" providerId="ADAL" clId="{2F7BBD67-BE38-4D5D-87A5-7677E216F891}" dt="2026-05-13T12:35:44.657" v="726" actId="680"/>
        <pc:sldMkLst>
          <pc:docMk/>
          <pc:sldMk cId="1488254140" sldId="507"/>
        </pc:sldMkLst>
      </pc:sldChg>
      <pc:sldChg chg="new">
        <pc:chgData name="Roy, S (Soumen)" userId="d8c84919-a745-4299-ae56-ef1314639c03" providerId="ADAL" clId="{2F7BBD67-BE38-4D5D-87A5-7677E216F891}" dt="2026-05-13T12:35:44.685" v="727" actId="680"/>
        <pc:sldMkLst>
          <pc:docMk/>
          <pc:sldMk cId="2194699826" sldId="508"/>
        </pc:sldMkLst>
      </pc:sldChg>
      <pc:sldChg chg="new">
        <pc:chgData name="Roy, S (Soumen)" userId="d8c84919-a745-4299-ae56-ef1314639c03" providerId="ADAL" clId="{2F7BBD67-BE38-4D5D-87A5-7677E216F891}" dt="2026-05-13T12:35:44.718" v="728" actId="680"/>
        <pc:sldMkLst>
          <pc:docMk/>
          <pc:sldMk cId="2176877225" sldId="509"/>
        </pc:sldMkLst>
      </pc:sldChg>
      <pc:sldChg chg="new">
        <pc:chgData name="Roy, S (Soumen)" userId="d8c84919-a745-4299-ae56-ef1314639c03" providerId="ADAL" clId="{2F7BBD67-BE38-4D5D-87A5-7677E216F891}" dt="2026-05-13T12:35:44.773" v="729" actId="680"/>
        <pc:sldMkLst>
          <pc:docMk/>
          <pc:sldMk cId="888099968" sldId="510"/>
        </pc:sldMkLst>
      </pc:sldChg>
      <pc:sldChg chg="new">
        <pc:chgData name="Roy, S (Soumen)" userId="d8c84919-a745-4299-ae56-ef1314639c03" providerId="ADAL" clId="{2F7BBD67-BE38-4D5D-87A5-7677E216F891}" dt="2026-05-13T12:35:44.803" v="730" actId="680"/>
        <pc:sldMkLst>
          <pc:docMk/>
          <pc:sldMk cId="1030993143" sldId="511"/>
        </pc:sldMkLst>
      </pc:sldChg>
      <pc:sldChg chg="new">
        <pc:chgData name="Roy, S (Soumen)" userId="d8c84919-a745-4299-ae56-ef1314639c03" providerId="ADAL" clId="{2F7BBD67-BE38-4D5D-87A5-7677E216F891}" dt="2026-05-13T12:35:44.830" v="731" actId="680"/>
        <pc:sldMkLst>
          <pc:docMk/>
          <pc:sldMk cId="2316643464" sldId="512"/>
        </pc:sldMkLst>
      </pc:sldChg>
      <pc:sldChg chg="new">
        <pc:chgData name="Roy, S (Soumen)" userId="d8c84919-a745-4299-ae56-ef1314639c03" providerId="ADAL" clId="{2F7BBD67-BE38-4D5D-87A5-7677E216F891}" dt="2026-05-13T12:35:44.859" v="732" actId="680"/>
        <pc:sldMkLst>
          <pc:docMk/>
          <pc:sldMk cId="315752360" sldId="513"/>
        </pc:sldMkLst>
      </pc:sldChg>
      <pc:sldChg chg="new">
        <pc:chgData name="Roy, S (Soumen)" userId="d8c84919-a745-4299-ae56-ef1314639c03" providerId="ADAL" clId="{2F7BBD67-BE38-4D5D-87A5-7677E216F891}" dt="2026-05-13T12:35:44.889" v="733" actId="680"/>
        <pc:sldMkLst>
          <pc:docMk/>
          <pc:sldMk cId="4089575870" sldId="514"/>
        </pc:sldMkLst>
      </pc:sldChg>
      <pc:sldChg chg="new">
        <pc:chgData name="Roy, S (Soumen)" userId="d8c84919-a745-4299-ae56-ef1314639c03" providerId="ADAL" clId="{2F7BBD67-BE38-4D5D-87A5-7677E216F891}" dt="2026-05-13T12:35:44.921" v="734" actId="680"/>
        <pc:sldMkLst>
          <pc:docMk/>
          <pc:sldMk cId="3741127153" sldId="515"/>
        </pc:sldMkLst>
      </pc:sldChg>
      <pc:sldChg chg="new">
        <pc:chgData name="Roy, S (Soumen)" userId="d8c84919-a745-4299-ae56-ef1314639c03" providerId="ADAL" clId="{2F7BBD67-BE38-4D5D-87A5-7677E216F891}" dt="2026-05-13T12:35:44.951" v="735" actId="680"/>
        <pc:sldMkLst>
          <pc:docMk/>
          <pc:sldMk cId="277383527" sldId="516"/>
        </pc:sldMkLst>
      </pc:sldChg>
      <pc:sldChg chg="new">
        <pc:chgData name="Roy, S (Soumen)" userId="d8c84919-a745-4299-ae56-ef1314639c03" providerId="ADAL" clId="{2F7BBD67-BE38-4D5D-87A5-7677E216F891}" dt="2026-05-13T12:35:44.993" v="736" actId="680"/>
        <pc:sldMkLst>
          <pc:docMk/>
          <pc:sldMk cId="1064991319" sldId="517"/>
        </pc:sldMkLst>
      </pc:sldChg>
      <pc:sldChg chg="new">
        <pc:chgData name="Roy, S (Soumen)" userId="d8c84919-a745-4299-ae56-ef1314639c03" providerId="ADAL" clId="{2F7BBD67-BE38-4D5D-87A5-7677E216F891}" dt="2026-05-13T12:35:45.018" v="737" actId="680"/>
        <pc:sldMkLst>
          <pc:docMk/>
          <pc:sldMk cId="2216646664" sldId="518"/>
        </pc:sldMkLst>
      </pc:sldChg>
      <pc:sldChg chg="new">
        <pc:chgData name="Roy, S (Soumen)" userId="d8c84919-a745-4299-ae56-ef1314639c03" providerId="ADAL" clId="{2F7BBD67-BE38-4D5D-87A5-7677E216F891}" dt="2026-05-13T12:35:45.063" v="738" actId="680"/>
        <pc:sldMkLst>
          <pc:docMk/>
          <pc:sldMk cId="1713001208" sldId="519"/>
        </pc:sldMkLst>
      </pc:sldChg>
      <pc:sldChg chg="new">
        <pc:chgData name="Roy, S (Soumen)" userId="d8c84919-a745-4299-ae56-ef1314639c03" providerId="ADAL" clId="{2F7BBD67-BE38-4D5D-87A5-7677E216F891}" dt="2026-05-13T12:35:45.089" v="739" actId="680"/>
        <pc:sldMkLst>
          <pc:docMk/>
          <pc:sldMk cId="2454471534" sldId="520"/>
        </pc:sldMkLst>
      </pc:sldChg>
      <pc:sldChg chg="new">
        <pc:chgData name="Roy, S (Soumen)" userId="d8c84919-a745-4299-ae56-ef1314639c03" providerId="ADAL" clId="{2F7BBD67-BE38-4D5D-87A5-7677E216F891}" dt="2026-05-13T12:35:45.130" v="740" actId="680"/>
        <pc:sldMkLst>
          <pc:docMk/>
          <pc:sldMk cId="3330232297" sldId="521"/>
        </pc:sldMkLst>
      </pc:sldChg>
      <pc:sldChg chg="new">
        <pc:chgData name="Roy, S (Soumen)" userId="d8c84919-a745-4299-ae56-ef1314639c03" providerId="ADAL" clId="{2F7BBD67-BE38-4D5D-87A5-7677E216F891}" dt="2026-05-13T12:35:45.163" v="741" actId="680"/>
        <pc:sldMkLst>
          <pc:docMk/>
          <pc:sldMk cId="1745664689" sldId="522"/>
        </pc:sldMkLst>
      </pc:sldChg>
      <pc:sldChg chg="new">
        <pc:chgData name="Roy, S (Soumen)" userId="d8c84919-a745-4299-ae56-ef1314639c03" providerId="ADAL" clId="{2F7BBD67-BE38-4D5D-87A5-7677E216F891}" dt="2026-05-13T12:35:45.191" v="742" actId="680"/>
        <pc:sldMkLst>
          <pc:docMk/>
          <pc:sldMk cId="665794999" sldId="523"/>
        </pc:sldMkLst>
      </pc:sldChg>
      <pc:sldChg chg="new">
        <pc:chgData name="Roy, S (Soumen)" userId="d8c84919-a745-4299-ae56-ef1314639c03" providerId="ADAL" clId="{2F7BBD67-BE38-4D5D-87A5-7677E216F891}" dt="2026-05-13T12:35:45.219" v="743" actId="680"/>
        <pc:sldMkLst>
          <pc:docMk/>
          <pc:sldMk cId="374571012" sldId="524"/>
        </pc:sldMkLst>
      </pc:sldChg>
      <pc:sldChg chg="new">
        <pc:chgData name="Roy, S (Soumen)" userId="d8c84919-a745-4299-ae56-ef1314639c03" providerId="ADAL" clId="{2F7BBD67-BE38-4D5D-87A5-7677E216F891}" dt="2026-05-13T12:35:45.248" v="744" actId="680"/>
        <pc:sldMkLst>
          <pc:docMk/>
          <pc:sldMk cId="976356284" sldId="525"/>
        </pc:sldMkLst>
      </pc:sldChg>
      <pc:sldChg chg="new">
        <pc:chgData name="Roy, S (Soumen)" userId="d8c84919-a745-4299-ae56-ef1314639c03" providerId="ADAL" clId="{2F7BBD67-BE38-4D5D-87A5-7677E216F891}" dt="2026-05-13T12:35:45.293" v="745" actId="680"/>
        <pc:sldMkLst>
          <pc:docMk/>
          <pc:sldMk cId="3359216928" sldId="526"/>
        </pc:sldMkLst>
      </pc:sldChg>
      <pc:sldChg chg="new">
        <pc:chgData name="Roy, S (Soumen)" userId="d8c84919-a745-4299-ae56-ef1314639c03" providerId="ADAL" clId="{2F7BBD67-BE38-4D5D-87A5-7677E216F891}" dt="2026-05-13T12:35:45.317" v="746" actId="680"/>
        <pc:sldMkLst>
          <pc:docMk/>
          <pc:sldMk cId="3150604036" sldId="527"/>
        </pc:sldMkLst>
      </pc:sldChg>
      <pc:sldChg chg="new">
        <pc:chgData name="Roy, S (Soumen)" userId="d8c84919-a745-4299-ae56-ef1314639c03" providerId="ADAL" clId="{2F7BBD67-BE38-4D5D-87A5-7677E216F891}" dt="2026-05-13T12:35:45.361" v="747" actId="680"/>
        <pc:sldMkLst>
          <pc:docMk/>
          <pc:sldMk cId="1347802882" sldId="528"/>
        </pc:sldMkLst>
      </pc:sldChg>
      <pc:sldChg chg="new">
        <pc:chgData name="Roy, S (Soumen)" userId="d8c84919-a745-4299-ae56-ef1314639c03" providerId="ADAL" clId="{2F7BBD67-BE38-4D5D-87A5-7677E216F891}" dt="2026-05-13T12:35:45.387" v="748" actId="680"/>
        <pc:sldMkLst>
          <pc:docMk/>
          <pc:sldMk cId="1138227401" sldId="529"/>
        </pc:sldMkLst>
      </pc:sldChg>
      <pc:sldChg chg="new">
        <pc:chgData name="Roy, S (Soumen)" userId="d8c84919-a745-4299-ae56-ef1314639c03" providerId="ADAL" clId="{2F7BBD67-BE38-4D5D-87A5-7677E216F891}" dt="2026-05-13T12:35:45.412" v="749" actId="680"/>
        <pc:sldMkLst>
          <pc:docMk/>
          <pc:sldMk cId="646246225" sldId="530"/>
        </pc:sldMkLst>
      </pc:sldChg>
      <pc:sldChg chg="new">
        <pc:chgData name="Roy, S (Soumen)" userId="d8c84919-a745-4299-ae56-ef1314639c03" providerId="ADAL" clId="{2F7BBD67-BE38-4D5D-87A5-7677E216F891}" dt="2026-05-13T12:35:45.440" v="750" actId="680"/>
        <pc:sldMkLst>
          <pc:docMk/>
          <pc:sldMk cId="411685257" sldId="531"/>
        </pc:sldMkLst>
      </pc:sldChg>
      <pc:sldChg chg="new">
        <pc:chgData name="Roy, S (Soumen)" userId="d8c84919-a745-4299-ae56-ef1314639c03" providerId="ADAL" clId="{2F7BBD67-BE38-4D5D-87A5-7677E216F891}" dt="2026-05-13T12:35:45.493" v="751" actId="680"/>
        <pc:sldMkLst>
          <pc:docMk/>
          <pc:sldMk cId="2759851282" sldId="532"/>
        </pc:sldMkLst>
      </pc:sldChg>
      <pc:sldChg chg="new">
        <pc:chgData name="Roy, S (Soumen)" userId="d8c84919-a745-4299-ae56-ef1314639c03" providerId="ADAL" clId="{2F7BBD67-BE38-4D5D-87A5-7677E216F891}" dt="2026-05-13T12:35:45.525" v="752" actId="680"/>
        <pc:sldMkLst>
          <pc:docMk/>
          <pc:sldMk cId="647255174" sldId="533"/>
        </pc:sldMkLst>
      </pc:sldChg>
      <pc:sldChg chg="new">
        <pc:chgData name="Roy, S (Soumen)" userId="d8c84919-a745-4299-ae56-ef1314639c03" providerId="ADAL" clId="{2F7BBD67-BE38-4D5D-87A5-7677E216F891}" dt="2026-05-13T12:35:45.555" v="753" actId="680"/>
        <pc:sldMkLst>
          <pc:docMk/>
          <pc:sldMk cId="1367417271" sldId="534"/>
        </pc:sldMkLst>
      </pc:sldChg>
      <pc:sldChg chg="new">
        <pc:chgData name="Roy, S (Soumen)" userId="d8c84919-a745-4299-ae56-ef1314639c03" providerId="ADAL" clId="{2F7BBD67-BE38-4D5D-87A5-7677E216F891}" dt="2026-05-13T12:35:45.580" v="754" actId="680"/>
        <pc:sldMkLst>
          <pc:docMk/>
          <pc:sldMk cId="1313645010" sldId="535"/>
        </pc:sldMkLst>
      </pc:sldChg>
      <pc:sldChg chg="new">
        <pc:chgData name="Roy, S (Soumen)" userId="d8c84919-a745-4299-ae56-ef1314639c03" providerId="ADAL" clId="{2F7BBD67-BE38-4D5D-87A5-7677E216F891}" dt="2026-05-13T12:35:45.609" v="755" actId="680"/>
        <pc:sldMkLst>
          <pc:docMk/>
          <pc:sldMk cId="1913266615" sldId="536"/>
        </pc:sldMkLst>
      </pc:sldChg>
      <pc:sldChg chg="new">
        <pc:chgData name="Roy, S (Soumen)" userId="d8c84919-a745-4299-ae56-ef1314639c03" providerId="ADAL" clId="{2F7BBD67-BE38-4D5D-87A5-7677E216F891}" dt="2026-05-13T12:35:45.641" v="756" actId="680"/>
        <pc:sldMkLst>
          <pc:docMk/>
          <pc:sldMk cId="552546169" sldId="537"/>
        </pc:sldMkLst>
      </pc:sldChg>
      <pc:sldChg chg="new">
        <pc:chgData name="Roy, S (Soumen)" userId="d8c84919-a745-4299-ae56-ef1314639c03" providerId="ADAL" clId="{2F7BBD67-BE38-4D5D-87A5-7677E216F891}" dt="2026-05-13T12:35:45.672" v="757" actId="680"/>
        <pc:sldMkLst>
          <pc:docMk/>
          <pc:sldMk cId="2942281069" sldId="538"/>
        </pc:sldMkLst>
      </pc:sldChg>
      <pc:sldChg chg="new">
        <pc:chgData name="Roy, S (Soumen)" userId="d8c84919-a745-4299-ae56-ef1314639c03" providerId="ADAL" clId="{2F7BBD67-BE38-4D5D-87A5-7677E216F891}" dt="2026-05-13T12:35:45.705" v="758" actId="680"/>
        <pc:sldMkLst>
          <pc:docMk/>
          <pc:sldMk cId="2410504427" sldId="539"/>
        </pc:sldMkLst>
      </pc:sldChg>
      <pc:sldChg chg="new">
        <pc:chgData name="Roy, S (Soumen)" userId="d8c84919-a745-4299-ae56-ef1314639c03" providerId="ADAL" clId="{2F7BBD67-BE38-4D5D-87A5-7677E216F891}" dt="2026-05-13T12:35:45.738" v="759" actId="680"/>
        <pc:sldMkLst>
          <pc:docMk/>
          <pc:sldMk cId="1305745879" sldId="540"/>
        </pc:sldMkLst>
      </pc:sldChg>
      <pc:sldChg chg="new">
        <pc:chgData name="Roy, S (Soumen)" userId="d8c84919-a745-4299-ae56-ef1314639c03" providerId="ADAL" clId="{2F7BBD67-BE38-4D5D-87A5-7677E216F891}" dt="2026-05-13T12:35:45.785" v="760" actId="680"/>
        <pc:sldMkLst>
          <pc:docMk/>
          <pc:sldMk cId="1059026798" sldId="541"/>
        </pc:sldMkLst>
      </pc:sldChg>
      <pc:sldChg chg="new">
        <pc:chgData name="Roy, S (Soumen)" userId="d8c84919-a745-4299-ae56-ef1314639c03" providerId="ADAL" clId="{2F7BBD67-BE38-4D5D-87A5-7677E216F891}" dt="2026-05-13T12:35:45.818" v="761" actId="680"/>
        <pc:sldMkLst>
          <pc:docMk/>
          <pc:sldMk cId="3561587017" sldId="542"/>
        </pc:sldMkLst>
      </pc:sldChg>
      <pc:sldChg chg="new">
        <pc:chgData name="Roy, S (Soumen)" userId="d8c84919-a745-4299-ae56-ef1314639c03" providerId="ADAL" clId="{2F7BBD67-BE38-4D5D-87A5-7677E216F891}" dt="2026-05-13T12:35:45.849" v="762" actId="680"/>
        <pc:sldMkLst>
          <pc:docMk/>
          <pc:sldMk cId="3844755217" sldId="543"/>
        </pc:sldMkLst>
      </pc:sldChg>
      <pc:sldChg chg="new">
        <pc:chgData name="Roy, S (Soumen)" userId="d8c84919-a745-4299-ae56-ef1314639c03" providerId="ADAL" clId="{2F7BBD67-BE38-4D5D-87A5-7677E216F891}" dt="2026-05-13T12:35:45.877" v="763" actId="680"/>
        <pc:sldMkLst>
          <pc:docMk/>
          <pc:sldMk cId="2616571068" sldId="544"/>
        </pc:sldMkLst>
      </pc:sldChg>
      <pc:sldChg chg="new">
        <pc:chgData name="Roy, S (Soumen)" userId="d8c84919-a745-4299-ae56-ef1314639c03" providerId="ADAL" clId="{2F7BBD67-BE38-4D5D-87A5-7677E216F891}" dt="2026-05-13T12:35:45.907" v="764" actId="680"/>
        <pc:sldMkLst>
          <pc:docMk/>
          <pc:sldMk cId="924164301" sldId="545"/>
        </pc:sldMkLst>
      </pc:sldChg>
      <pc:sldChg chg="new">
        <pc:chgData name="Roy, S (Soumen)" userId="d8c84919-a745-4299-ae56-ef1314639c03" providerId="ADAL" clId="{2F7BBD67-BE38-4D5D-87A5-7677E216F891}" dt="2026-05-13T12:35:45.946" v="765" actId="680"/>
        <pc:sldMkLst>
          <pc:docMk/>
          <pc:sldMk cId="2406751028" sldId="546"/>
        </pc:sldMkLst>
      </pc:sldChg>
      <pc:sldChg chg="new">
        <pc:chgData name="Roy, S (Soumen)" userId="d8c84919-a745-4299-ae56-ef1314639c03" providerId="ADAL" clId="{2F7BBD67-BE38-4D5D-87A5-7677E216F891}" dt="2026-05-13T12:35:45.971" v="766" actId="680"/>
        <pc:sldMkLst>
          <pc:docMk/>
          <pc:sldMk cId="3220324373" sldId="547"/>
        </pc:sldMkLst>
      </pc:sldChg>
      <pc:sldChg chg="new">
        <pc:chgData name="Roy, S (Soumen)" userId="d8c84919-a745-4299-ae56-ef1314639c03" providerId="ADAL" clId="{2F7BBD67-BE38-4D5D-87A5-7677E216F891}" dt="2026-05-13T12:35:46.003" v="767" actId="680"/>
        <pc:sldMkLst>
          <pc:docMk/>
          <pc:sldMk cId="2565261401" sldId="548"/>
        </pc:sldMkLst>
      </pc:sldChg>
      <pc:sldChg chg="new">
        <pc:chgData name="Roy, S (Soumen)" userId="d8c84919-a745-4299-ae56-ef1314639c03" providerId="ADAL" clId="{2F7BBD67-BE38-4D5D-87A5-7677E216F891}" dt="2026-05-13T12:35:46.032" v="768" actId="680"/>
        <pc:sldMkLst>
          <pc:docMk/>
          <pc:sldMk cId="3376802948" sldId="549"/>
        </pc:sldMkLst>
      </pc:sldChg>
      <pc:sldChg chg="new">
        <pc:chgData name="Roy, S (Soumen)" userId="d8c84919-a745-4299-ae56-ef1314639c03" providerId="ADAL" clId="{2F7BBD67-BE38-4D5D-87A5-7677E216F891}" dt="2026-05-13T12:35:46.063" v="769" actId="680"/>
        <pc:sldMkLst>
          <pc:docMk/>
          <pc:sldMk cId="1161707543" sldId="550"/>
        </pc:sldMkLst>
      </pc:sldChg>
      <pc:sldChg chg="new">
        <pc:chgData name="Roy, S (Soumen)" userId="d8c84919-a745-4299-ae56-ef1314639c03" providerId="ADAL" clId="{2F7BBD67-BE38-4D5D-87A5-7677E216F891}" dt="2026-05-13T12:35:46.114" v="770" actId="680"/>
        <pc:sldMkLst>
          <pc:docMk/>
          <pc:sldMk cId="2321443498" sldId="551"/>
        </pc:sldMkLst>
      </pc:sldChg>
      <pc:sldChg chg="new">
        <pc:chgData name="Roy, S (Soumen)" userId="d8c84919-a745-4299-ae56-ef1314639c03" providerId="ADAL" clId="{2F7BBD67-BE38-4D5D-87A5-7677E216F891}" dt="2026-05-13T12:35:46.142" v="771" actId="680"/>
        <pc:sldMkLst>
          <pc:docMk/>
          <pc:sldMk cId="1026481509" sldId="552"/>
        </pc:sldMkLst>
      </pc:sldChg>
      <pc:sldChg chg="new">
        <pc:chgData name="Roy, S (Soumen)" userId="d8c84919-a745-4299-ae56-ef1314639c03" providerId="ADAL" clId="{2F7BBD67-BE38-4D5D-87A5-7677E216F891}" dt="2026-05-13T12:35:46.176" v="772" actId="680"/>
        <pc:sldMkLst>
          <pc:docMk/>
          <pc:sldMk cId="1689771397" sldId="553"/>
        </pc:sldMkLst>
      </pc:sldChg>
      <pc:sldChg chg="new">
        <pc:chgData name="Roy, S (Soumen)" userId="d8c84919-a745-4299-ae56-ef1314639c03" providerId="ADAL" clId="{2F7BBD67-BE38-4D5D-87A5-7677E216F891}" dt="2026-05-13T12:35:46.201" v="773" actId="680"/>
        <pc:sldMkLst>
          <pc:docMk/>
          <pc:sldMk cId="111246990" sldId="554"/>
        </pc:sldMkLst>
      </pc:sldChg>
      <pc:sldChg chg="new">
        <pc:chgData name="Roy, S (Soumen)" userId="d8c84919-a745-4299-ae56-ef1314639c03" providerId="ADAL" clId="{2F7BBD67-BE38-4D5D-87A5-7677E216F891}" dt="2026-05-13T12:35:46.235" v="774" actId="680"/>
        <pc:sldMkLst>
          <pc:docMk/>
          <pc:sldMk cId="2911157747" sldId="555"/>
        </pc:sldMkLst>
      </pc:sldChg>
      <pc:sldChg chg="new">
        <pc:chgData name="Roy, S (Soumen)" userId="d8c84919-a745-4299-ae56-ef1314639c03" providerId="ADAL" clId="{2F7BBD67-BE38-4D5D-87A5-7677E216F891}" dt="2026-05-13T12:35:46.265" v="775" actId="680"/>
        <pc:sldMkLst>
          <pc:docMk/>
          <pc:sldMk cId="3017165018" sldId="556"/>
        </pc:sldMkLst>
      </pc:sldChg>
      <pc:sldChg chg="new">
        <pc:chgData name="Roy, S (Soumen)" userId="d8c84919-a745-4299-ae56-ef1314639c03" providerId="ADAL" clId="{2F7BBD67-BE38-4D5D-87A5-7677E216F891}" dt="2026-05-13T12:35:46.328" v="776" actId="680"/>
        <pc:sldMkLst>
          <pc:docMk/>
          <pc:sldMk cId="725401780" sldId="557"/>
        </pc:sldMkLst>
      </pc:sldChg>
      <pc:sldChg chg="new">
        <pc:chgData name="Roy, S (Soumen)" userId="d8c84919-a745-4299-ae56-ef1314639c03" providerId="ADAL" clId="{2F7BBD67-BE38-4D5D-87A5-7677E216F891}" dt="2026-05-13T12:35:46.358" v="777" actId="680"/>
        <pc:sldMkLst>
          <pc:docMk/>
          <pc:sldMk cId="290582743" sldId="558"/>
        </pc:sldMkLst>
      </pc:sldChg>
      <pc:sldChg chg="new">
        <pc:chgData name="Roy, S (Soumen)" userId="d8c84919-a745-4299-ae56-ef1314639c03" providerId="ADAL" clId="{2F7BBD67-BE38-4D5D-87A5-7677E216F891}" dt="2026-05-13T12:35:46.388" v="778" actId="680"/>
        <pc:sldMkLst>
          <pc:docMk/>
          <pc:sldMk cId="310052330" sldId="559"/>
        </pc:sldMkLst>
      </pc:sldChg>
      <pc:sldChg chg="new">
        <pc:chgData name="Roy, S (Soumen)" userId="d8c84919-a745-4299-ae56-ef1314639c03" providerId="ADAL" clId="{2F7BBD67-BE38-4D5D-87A5-7677E216F891}" dt="2026-05-13T12:35:46.414" v="779" actId="680"/>
        <pc:sldMkLst>
          <pc:docMk/>
          <pc:sldMk cId="3583191285" sldId="560"/>
        </pc:sldMkLst>
      </pc:sldChg>
      <pc:sldChg chg="new">
        <pc:chgData name="Roy, S (Soumen)" userId="d8c84919-a745-4299-ae56-ef1314639c03" providerId="ADAL" clId="{2F7BBD67-BE38-4D5D-87A5-7677E216F891}" dt="2026-05-13T12:35:46.443" v="780" actId="680"/>
        <pc:sldMkLst>
          <pc:docMk/>
          <pc:sldMk cId="2247713064" sldId="561"/>
        </pc:sldMkLst>
      </pc:sldChg>
      <pc:sldChg chg="new">
        <pc:chgData name="Roy, S (Soumen)" userId="d8c84919-a745-4299-ae56-ef1314639c03" providerId="ADAL" clId="{2F7BBD67-BE38-4D5D-87A5-7677E216F891}" dt="2026-05-13T12:35:46.473" v="781" actId="680"/>
        <pc:sldMkLst>
          <pc:docMk/>
          <pc:sldMk cId="1070851271" sldId="562"/>
        </pc:sldMkLst>
      </pc:sldChg>
      <pc:sldChg chg="new">
        <pc:chgData name="Roy, S (Soumen)" userId="d8c84919-a745-4299-ae56-ef1314639c03" providerId="ADAL" clId="{2F7BBD67-BE38-4D5D-87A5-7677E216F891}" dt="2026-05-13T12:35:46.498" v="782" actId="680"/>
        <pc:sldMkLst>
          <pc:docMk/>
          <pc:sldMk cId="2232227919" sldId="563"/>
        </pc:sldMkLst>
      </pc:sldChg>
      <pc:sldChg chg="new">
        <pc:chgData name="Roy, S (Soumen)" userId="d8c84919-a745-4299-ae56-ef1314639c03" providerId="ADAL" clId="{2F7BBD67-BE38-4D5D-87A5-7677E216F891}" dt="2026-05-13T12:35:46.530" v="783" actId="680"/>
        <pc:sldMkLst>
          <pc:docMk/>
          <pc:sldMk cId="588811951" sldId="564"/>
        </pc:sldMkLst>
      </pc:sldChg>
      <pc:sldChg chg="new">
        <pc:chgData name="Roy, S (Soumen)" userId="d8c84919-a745-4299-ae56-ef1314639c03" providerId="ADAL" clId="{2F7BBD67-BE38-4D5D-87A5-7677E216F891}" dt="2026-05-13T12:35:46.579" v="784" actId="680"/>
        <pc:sldMkLst>
          <pc:docMk/>
          <pc:sldMk cId="2367714390" sldId="565"/>
        </pc:sldMkLst>
      </pc:sldChg>
      <pc:sldChg chg="new">
        <pc:chgData name="Roy, S (Soumen)" userId="d8c84919-a745-4299-ae56-ef1314639c03" providerId="ADAL" clId="{2F7BBD67-BE38-4D5D-87A5-7677E216F891}" dt="2026-05-13T12:35:46.608" v="785" actId="680"/>
        <pc:sldMkLst>
          <pc:docMk/>
          <pc:sldMk cId="1425951743" sldId="566"/>
        </pc:sldMkLst>
      </pc:sldChg>
      <pc:sldChg chg="new">
        <pc:chgData name="Roy, S (Soumen)" userId="d8c84919-a745-4299-ae56-ef1314639c03" providerId="ADAL" clId="{2F7BBD67-BE38-4D5D-87A5-7677E216F891}" dt="2026-05-13T12:35:46.643" v="786" actId="680"/>
        <pc:sldMkLst>
          <pc:docMk/>
          <pc:sldMk cId="2359302104" sldId="567"/>
        </pc:sldMkLst>
      </pc:sldChg>
      <pc:sldChg chg="new">
        <pc:chgData name="Roy, S (Soumen)" userId="d8c84919-a745-4299-ae56-ef1314639c03" providerId="ADAL" clId="{2F7BBD67-BE38-4D5D-87A5-7677E216F891}" dt="2026-05-13T12:35:46.670" v="787" actId="680"/>
        <pc:sldMkLst>
          <pc:docMk/>
          <pc:sldMk cId="1774206145" sldId="568"/>
        </pc:sldMkLst>
      </pc:sldChg>
      <pc:sldChg chg="new">
        <pc:chgData name="Roy, S (Soumen)" userId="d8c84919-a745-4299-ae56-ef1314639c03" providerId="ADAL" clId="{2F7BBD67-BE38-4D5D-87A5-7677E216F891}" dt="2026-05-13T12:35:46.708" v="788" actId="680"/>
        <pc:sldMkLst>
          <pc:docMk/>
          <pc:sldMk cId="4234540761" sldId="569"/>
        </pc:sldMkLst>
      </pc:sldChg>
      <pc:sldChg chg="new">
        <pc:chgData name="Roy, S (Soumen)" userId="d8c84919-a745-4299-ae56-ef1314639c03" providerId="ADAL" clId="{2F7BBD67-BE38-4D5D-87A5-7677E216F891}" dt="2026-05-13T12:35:46.729" v="789" actId="680"/>
        <pc:sldMkLst>
          <pc:docMk/>
          <pc:sldMk cId="3335629659" sldId="570"/>
        </pc:sldMkLst>
      </pc:sldChg>
      <pc:sldChg chg="new">
        <pc:chgData name="Roy, S (Soumen)" userId="d8c84919-a745-4299-ae56-ef1314639c03" providerId="ADAL" clId="{2F7BBD67-BE38-4D5D-87A5-7677E216F891}" dt="2026-05-13T12:35:46.766" v="790" actId="680"/>
        <pc:sldMkLst>
          <pc:docMk/>
          <pc:sldMk cId="3702622847" sldId="571"/>
        </pc:sldMkLst>
      </pc:sldChg>
      <pc:sldChg chg="new">
        <pc:chgData name="Roy, S (Soumen)" userId="d8c84919-a745-4299-ae56-ef1314639c03" providerId="ADAL" clId="{2F7BBD67-BE38-4D5D-87A5-7677E216F891}" dt="2026-05-13T12:35:46.790" v="791" actId="680"/>
        <pc:sldMkLst>
          <pc:docMk/>
          <pc:sldMk cId="3436966605" sldId="572"/>
        </pc:sldMkLst>
      </pc:sldChg>
      <pc:sldChg chg="new">
        <pc:chgData name="Roy, S (Soumen)" userId="d8c84919-a745-4299-ae56-ef1314639c03" providerId="ADAL" clId="{2F7BBD67-BE38-4D5D-87A5-7677E216F891}" dt="2026-05-13T12:35:46.827" v="792" actId="680"/>
        <pc:sldMkLst>
          <pc:docMk/>
          <pc:sldMk cId="2564253991" sldId="573"/>
        </pc:sldMkLst>
      </pc:sldChg>
      <pc:sldChg chg="new">
        <pc:chgData name="Roy, S (Soumen)" userId="d8c84919-a745-4299-ae56-ef1314639c03" providerId="ADAL" clId="{2F7BBD67-BE38-4D5D-87A5-7677E216F891}" dt="2026-05-13T12:35:46.876" v="793" actId="680"/>
        <pc:sldMkLst>
          <pc:docMk/>
          <pc:sldMk cId="633911817" sldId="574"/>
        </pc:sldMkLst>
      </pc:sldChg>
      <pc:sldChg chg="new">
        <pc:chgData name="Roy, S (Soumen)" userId="d8c84919-a745-4299-ae56-ef1314639c03" providerId="ADAL" clId="{2F7BBD67-BE38-4D5D-87A5-7677E216F891}" dt="2026-05-13T12:35:46.900" v="794" actId="680"/>
        <pc:sldMkLst>
          <pc:docMk/>
          <pc:sldMk cId="2777080791" sldId="575"/>
        </pc:sldMkLst>
      </pc:sldChg>
      <pc:sldChg chg="new">
        <pc:chgData name="Roy, S (Soumen)" userId="d8c84919-a745-4299-ae56-ef1314639c03" providerId="ADAL" clId="{2F7BBD67-BE38-4D5D-87A5-7677E216F891}" dt="2026-05-13T12:35:46.939" v="795" actId="680"/>
        <pc:sldMkLst>
          <pc:docMk/>
          <pc:sldMk cId="4079292534" sldId="576"/>
        </pc:sldMkLst>
      </pc:sldChg>
      <pc:sldChg chg="new">
        <pc:chgData name="Roy, S (Soumen)" userId="d8c84919-a745-4299-ae56-ef1314639c03" providerId="ADAL" clId="{2F7BBD67-BE38-4D5D-87A5-7677E216F891}" dt="2026-05-13T12:35:46.969" v="796" actId="680"/>
        <pc:sldMkLst>
          <pc:docMk/>
          <pc:sldMk cId="1863036727" sldId="577"/>
        </pc:sldMkLst>
      </pc:sldChg>
      <pc:sldChg chg="new">
        <pc:chgData name="Roy, S (Soumen)" userId="d8c84919-a745-4299-ae56-ef1314639c03" providerId="ADAL" clId="{2F7BBD67-BE38-4D5D-87A5-7677E216F891}" dt="2026-05-13T12:35:46.993" v="797" actId="680"/>
        <pc:sldMkLst>
          <pc:docMk/>
          <pc:sldMk cId="4034220053" sldId="578"/>
        </pc:sldMkLst>
      </pc:sldChg>
      <pc:sldChg chg="new">
        <pc:chgData name="Roy, S (Soumen)" userId="d8c84919-a745-4299-ae56-ef1314639c03" providerId="ADAL" clId="{2F7BBD67-BE38-4D5D-87A5-7677E216F891}" dt="2026-05-13T12:35:47.033" v="798" actId="680"/>
        <pc:sldMkLst>
          <pc:docMk/>
          <pc:sldMk cId="1126680127" sldId="579"/>
        </pc:sldMkLst>
      </pc:sldChg>
      <pc:sldChg chg="new">
        <pc:chgData name="Roy, S (Soumen)" userId="d8c84919-a745-4299-ae56-ef1314639c03" providerId="ADAL" clId="{2F7BBD67-BE38-4D5D-87A5-7677E216F891}" dt="2026-05-13T12:35:47.079" v="799" actId="680"/>
        <pc:sldMkLst>
          <pc:docMk/>
          <pc:sldMk cId="1554933705" sldId="580"/>
        </pc:sldMkLst>
      </pc:sldChg>
      <pc:sldChg chg="new">
        <pc:chgData name="Roy, S (Soumen)" userId="d8c84919-a745-4299-ae56-ef1314639c03" providerId="ADAL" clId="{2F7BBD67-BE38-4D5D-87A5-7677E216F891}" dt="2026-05-13T12:35:47.100" v="800" actId="680"/>
        <pc:sldMkLst>
          <pc:docMk/>
          <pc:sldMk cId="1842196485" sldId="581"/>
        </pc:sldMkLst>
      </pc:sldChg>
      <pc:sldChg chg="new">
        <pc:chgData name="Roy, S (Soumen)" userId="d8c84919-a745-4299-ae56-ef1314639c03" providerId="ADAL" clId="{2F7BBD67-BE38-4D5D-87A5-7677E216F891}" dt="2026-05-13T12:35:47.154" v="801" actId="680"/>
        <pc:sldMkLst>
          <pc:docMk/>
          <pc:sldMk cId="3937373474" sldId="582"/>
        </pc:sldMkLst>
      </pc:sldChg>
      <pc:sldChg chg="new">
        <pc:chgData name="Roy, S (Soumen)" userId="d8c84919-a745-4299-ae56-ef1314639c03" providerId="ADAL" clId="{2F7BBD67-BE38-4D5D-87A5-7677E216F891}" dt="2026-05-13T12:35:47.175" v="802" actId="680"/>
        <pc:sldMkLst>
          <pc:docMk/>
          <pc:sldMk cId="318129731" sldId="583"/>
        </pc:sldMkLst>
      </pc:sldChg>
      <pc:sldChg chg="new">
        <pc:chgData name="Roy, S (Soumen)" userId="d8c84919-a745-4299-ae56-ef1314639c03" providerId="ADAL" clId="{2F7BBD67-BE38-4D5D-87A5-7677E216F891}" dt="2026-05-13T12:35:47.200" v="803" actId="680"/>
        <pc:sldMkLst>
          <pc:docMk/>
          <pc:sldMk cId="3857607703" sldId="584"/>
        </pc:sldMkLst>
      </pc:sldChg>
      <pc:sldChg chg="new">
        <pc:chgData name="Roy, S (Soumen)" userId="d8c84919-a745-4299-ae56-ef1314639c03" providerId="ADAL" clId="{2F7BBD67-BE38-4D5D-87A5-7677E216F891}" dt="2026-05-13T12:35:47.224" v="804" actId="680"/>
        <pc:sldMkLst>
          <pc:docMk/>
          <pc:sldMk cId="175606101" sldId="585"/>
        </pc:sldMkLst>
      </pc:sldChg>
      <pc:sldChg chg="new">
        <pc:chgData name="Roy, S (Soumen)" userId="d8c84919-a745-4299-ae56-ef1314639c03" providerId="ADAL" clId="{2F7BBD67-BE38-4D5D-87A5-7677E216F891}" dt="2026-05-13T12:35:47.254" v="805" actId="680"/>
        <pc:sldMkLst>
          <pc:docMk/>
          <pc:sldMk cId="2062001982" sldId="586"/>
        </pc:sldMkLst>
      </pc:sldChg>
      <pc:sldChg chg="new">
        <pc:chgData name="Roy, S (Soumen)" userId="d8c84919-a745-4299-ae56-ef1314639c03" providerId="ADAL" clId="{2F7BBD67-BE38-4D5D-87A5-7677E216F891}" dt="2026-05-13T12:35:47.306" v="806" actId="680"/>
        <pc:sldMkLst>
          <pc:docMk/>
          <pc:sldMk cId="3762422535" sldId="587"/>
        </pc:sldMkLst>
      </pc:sldChg>
      <pc:sldChg chg="new">
        <pc:chgData name="Roy, S (Soumen)" userId="d8c84919-a745-4299-ae56-ef1314639c03" providerId="ADAL" clId="{2F7BBD67-BE38-4D5D-87A5-7677E216F891}" dt="2026-05-13T12:35:47.337" v="807" actId="680"/>
        <pc:sldMkLst>
          <pc:docMk/>
          <pc:sldMk cId="2097068675" sldId="588"/>
        </pc:sldMkLst>
      </pc:sldChg>
      <pc:sldChg chg="new">
        <pc:chgData name="Roy, S (Soumen)" userId="d8c84919-a745-4299-ae56-ef1314639c03" providerId="ADAL" clId="{2F7BBD67-BE38-4D5D-87A5-7677E216F891}" dt="2026-05-13T12:35:47.362" v="808" actId="680"/>
        <pc:sldMkLst>
          <pc:docMk/>
          <pc:sldMk cId="4274398124" sldId="589"/>
        </pc:sldMkLst>
      </pc:sldChg>
      <pc:sldChg chg="new">
        <pc:chgData name="Roy, S (Soumen)" userId="d8c84919-a745-4299-ae56-ef1314639c03" providerId="ADAL" clId="{2F7BBD67-BE38-4D5D-87A5-7677E216F891}" dt="2026-05-13T12:35:47.391" v="809" actId="680"/>
        <pc:sldMkLst>
          <pc:docMk/>
          <pc:sldMk cId="1118601987" sldId="590"/>
        </pc:sldMkLst>
      </pc:sldChg>
      <pc:sldChg chg="new">
        <pc:chgData name="Roy, S (Soumen)" userId="d8c84919-a745-4299-ae56-ef1314639c03" providerId="ADAL" clId="{2F7BBD67-BE38-4D5D-87A5-7677E216F891}" dt="2026-05-13T12:35:47.424" v="810" actId="680"/>
        <pc:sldMkLst>
          <pc:docMk/>
          <pc:sldMk cId="4183295933" sldId="591"/>
        </pc:sldMkLst>
      </pc:sldChg>
      <pc:sldChg chg="new">
        <pc:chgData name="Roy, S (Soumen)" userId="d8c84919-a745-4299-ae56-ef1314639c03" providerId="ADAL" clId="{2F7BBD67-BE38-4D5D-87A5-7677E216F891}" dt="2026-05-13T12:35:47.456" v="811" actId="680"/>
        <pc:sldMkLst>
          <pc:docMk/>
          <pc:sldMk cId="864619146" sldId="592"/>
        </pc:sldMkLst>
      </pc:sldChg>
      <pc:sldChg chg="new">
        <pc:chgData name="Roy, S (Soumen)" userId="d8c84919-a745-4299-ae56-ef1314639c03" providerId="ADAL" clId="{2F7BBD67-BE38-4D5D-87A5-7677E216F891}" dt="2026-05-13T12:35:47.494" v="812" actId="680"/>
        <pc:sldMkLst>
          <pc:docMk/>
          <pc:sldMk cId="803771642" sldId="593"/>
        </pc:sldMkLst>
      </pc:sldChg>
      <pc:sldChg chg="new">
        <pc:chgData name="Roy, S (Soumen)" userId="d8c84919-a745-4299-ae56-ef1314639c03" providerId="ADAL" clId="{2F7BBD67-BE38-4D5D-87A5-7677E216F891}" dt="2026-05-13T12:35:47.533" v="813" actId="680"/>
        <pc:sldMkLst>
          <pc:docMk/>
          <pc:sldMk cId="411328963" sldId="594"/>
        </pc:sldMkLst>
      </pc:sldChg>
      <pc:sldChg chg="new">
        <pc:chgData name="Roy, S (Soumen)" userId="d8c84919-a745-4299-ae56-ef1314639c03" providerId="ADAL" clId="{2F7BBD67-BE38-4D5D-87A5-7677E216F891}" dt="2026-05-13T12:35:47.560" v="814" actId="680"/>
        <pc:sldMkLst>
          <pc:docMk/>
          <pc:sldMk cId="569984808" sldId="595"/>
        </pc:sldMkLst>
      </pc:sldChg>
      <pc:sldChg chg="new">
        <pc:chgData name="Roy, S (Soumen)" userId="d8c84919-a745-4299-ae56-ef1314639c03" providerId="ADAL" clId="{2F7BBD67-BE38-4D5D-87A5-7677E216F891}" dt="2026-05-13T12:35:47.587" v="815" actId="680"/>
        <pc:sldMkLst>
          <pc:docMk/>
          <pc:sldMk cId="4170984788" sldId="596"/>
        </pc:sldMkLst>
      </pc:sldChg>
      <pc:sldChg chg="new">
        <pc:chgData name="Roy, S (Soumen)" userId="d8c84919-a745-4299-ae56-ef1314639c03" providerId="ADAL" clId="{2F7BBD67-BE38-4D5D-87A5-7677E216F891}" dt="2026-05-13T12:35:47.633" v="816" actId="680"/>
        <pc:sldMkLst>
          <pc:docMk/>
          <pc:sldMk cId="1827414403" sldId="597"/>
        </pc:sldMkLst>
      </pc:sldChg>
      <pc:sldChg chg="new">
        <pc:chgData name="Roy, S (Soumen)" userId="d8c84919-a745-4299-ae56-ef1314639c03" providerId="ADAL" clId="{2F7BBD67-BE38-4D5D-87A5-7677E216F891}" dt="2026-05-13T12:35:47.678" v="817" actId="680"/>
        <pc:sldMkLst>
          <pc:docMk/>
          <pc:sldMk cId="1740343720" sldId="598"/>
        </pc:sldMkLst>
      </pc:sldChg>
      <pc:sldChg chg="new">
        <pc:chgData name="Roy, S (Soumen)" userId="d8c84919-a745-4299-ae56-ef1314639c03" providerId="ADAL" clId="{2F7BBD67-BE38-4D5D-87A5-7677E216F891}" dt="2026-05-13T12:35:47.709" v="818" actId="680"/>
        <pc:sldMkLst>
          <pc:docMk/>
          <pc:sldMk cId="3178992635" sldId="599"/>
        </pc:sldMkLst>
      </pc:sldChg>
      <pc:sldChg chg="new">
        <pc:chgData name="Roy, S (Soumen)" userId="d8c84919-a745-4299-ae56-ef1314639c03" providerId="ADAL" clId="{2F7BBD67-BE38-4D5D-87A5-7677E216F891}" dt="2026-05-13T12:35:47.731" v="819" actId="680"/>
        <pc:sldMkLst>
          <pc:docMk/>
          <pc:sldMk cId="793713802" sldId="600"/>
        </pc:sldMkLst>
      </pc:sldChg>
      <pc:sldChg chg="new">
        <pc:chgData name="Roy, S (Soumen)" userId="d8c84919-a745-4299-ae56-ef1314639c03" providerId="ADAL" clId="{2F7BBD67-BE38-4D5D-87A5-7677E216F891}" dt="2026-05-13T12:35:47.752" v="820" actId="680"/>
        <pc:sldMkLst>
          <pc:docMk/>
          <pc:sldMk cId="358045107" sldId="601"/>
        </pc:sldMkLst>
      </pc:sldChg>
      <pc:sldChg chg="new">
        <pc:chgData name="Roy, S (Soumen)" userId="d8c84919-a745-4299-ae56-ef1314639c03" providerId="ADAL" clId="{2F7BBD67-BE38-4D5D-87A5-7677E216F891}" dt="2026-05-13T12:35:47.796" v="821" actId="680"/>
        <pc:sldMkLst>
          <pc:docMk/>
          <pc:sldMk cId="3708096046" sldId="602"/>
        </pc:sldMkLst>
      </pc:sldChg>
      <pc:sldChg chg="new">
        <pc:chgData name="Roy, S (Soumen)" userId="d8c84919-a745-4299-ae56-ef1314639c03" providerId="ADAL" clId="{2F7BBD67-BE38-4D5D-87A5-7677E216F891}" dt="2026-05-13T12:35:47.828" v="822" actId="680"/>
        <pc:sldMkLst>
          <pc:docMk/>
          <pc:sldMk cId="3330193690" sldId="603"/>
        </pc:sldMkLst>
      </pc:sldChg>
      <pc:sldChg chg="new">
        <pc:chgData name="Roy, S (Soumen)" userId="d8c84919-a745-4299-ae56-ef1314639c03" providerId="ADAL" clId="{2F7BBD67-BE38-4D5D-87A5-7677E216F891}" dt="2026-05-13T12:35:47.861" v="823" actId="680"/>
        <pc:sldMkLst>
          <pc:docMk/>
          <pc:sldMk cId="3304547889" sldId="604"/>
        </pc:sldMkLst>
      </pc:sldChg>
      <pc:sldChg chg="new">
        <pc:chgData name="Roy, S (Soumen)" userId="d8c84919-a745-4299-ae56-ef1314639c03" providerId="ADAL" clId="{2F7BBD67-BE38-4D5D-87A5-7677E216F891}" dt="2026-05-13T12:35:47.890" v="824" actId="680"/>
        <pc:sldMkLst>
          <pc:docMk/>
          <pc:sldMk cId="1655887450" sldId="605"/>
        </pc:sldMkLst>
      </pc:sldChg>
      <pc:sldChg chg="new">
        <pc:chgData name="Roy, S (Soumen)" userId="d8c84919-a745-4299-ae56-ef1314639c03" providerId="ADAL" clId="{2F7BBD67-BE38-4D5D-87A5-7677E216F891}" dt="2026-05-13T12:35:47.942" v="825" actId="680"/>
        <pc:sldMkLst>
          <pc:docMk/>
          <pc:sldMk cId="3733560380" sldId="606"/>
        </pc:sldMkLst>
      </pc:sldChg>
      <pc:sldChg chg="new">
        <pc:chgData name="Roy, S (Soumen)" userId="d8c84919-a745-4299-ae56-ef1314639c03" providerId="ADAL" clId="{2F7BBD67-BE38-4D5D-87A5-7677E216F891}" dt="2026-05-13T12:35:47.968" v="826" actId="680"/>
        <pc:sldMkLst>
          <pc:docMk/>
          <pc:sldMk cId="2088830547" sldId="607"/>
        </pc:sldMkLst>
      </pc:sldChg>
      <pc:sldChg chg="new">
        <pc:chgData name="Roy, S (Soumen)" userId="d8c84919-a745-4299-ae56-ef1314639c03" providerId="ADAL" clId="{2F7BBD67-BE38-4D5D-87A5-7677E216F891}" dt="2026-05-13T12:35:47.989" v="827" actId="680"/>
        <pc:sldMkLst>
          <pc:docMk/>
          <pc:sldMk cId="3653065164" sldId="608"/>
        </pc:sldMkLst>
      </pc:sldChg>
      <pc:sldChg chg="new">
        <pc:chgData name="Roy, S (Soumen)" userId="d8c84919-a745-4299-ae56-ef1314639c03" providerId="ADAL" clId="{2F7BBD67-BE38-4D5D-87A5-7677E216F891}" dt="2026-05-13T12:35:48.030" v="828" actId="680"/>
        <pc:sldMkLst>
          <pc:docMk/>
          <pc:sldMk cId="1014213362" sldId="609"/>
        </pc:sldMkLst>
      </pc:sldChg>
      <pc:sldChg chg="new">
        <pc:chgData name="Roy, S (Soumen)" userId="d8c84919-a745-4299-ae56-ef1314639c03" providerId="ADAL" clId="{2F7BBD67-BE38-4D5D-87A5-7677E216F891}" dt="2026-05-13T12:35:48.055" v="829" actId="680"/>
        <pc:sldMkLst>
          <pc:docMk/>
          <pc:sldMk cId="1086107324" sldId="610"/>
        </pc:sldMkLst>
      </pc:sldChg>
      <pc:sldChg chg="new">
        <pc:chgData name="Roy, S (Soumen)" userId="d8c84919-a745-4299-ae56-ef1314639c03" providerId="ADAL" clId="{2F7BBD67-BE38-4D5D-87A5-7677E216F891}" dt="2026-05-13T12:35:48.100" v="830" actId="680"/>
        <pc:sldMkLst>
          <pc:docMk/>
          <pc:sldMk cId="353832501" sldId="611"/>
        </pc:sldMkLst>
      </pc:sldChg>
      <pc:sldChg chg="new">
        <pc:chgData name="Roy, S (Soumen)" userId="d8c84919-a745-4299-ae56-ef1314639c03" providerId="ADAL" clId="{2F7BBD67-BE38-4D5D-87A5-7677E216F891}" dt="2026-05-13T12:35:48.122" v="831" actId="680"/>
        <pc:sldMkLst>
          <pc:docMk/>
          <pc:sldMk cId="2100741562" sldId="612"/>
        </pc:sldMkLst>
      </pc:sldChg>
      <pc:sldChg chg="new">
        <pc:chgData name="Roy, S (Soumen)" userId="d8c84919-a745-4299-ae56-ef1314639c03" providerId="ADAL" clId="{2F7BBD67-BE38-4D5D-87A5-7677E216F891}" dt="2026-05-13T12:35:48.167" v="832" actId="680"/>
        <pc:sldMkLst>
          <pc:docMk/>
          <pc:sldMk cId="1987160448" sldId="613"/>
        </pc:sldMkLst>
      </pc:sldChg>
      <pc:sldChg chg="new">
        <pc:chgData name="Roy, S (Soumen)" userId="d8c84919-a745-4299-ae56-ef1314639c03" providerId="ADAL" clId="{2F7BBD67-BE38-4D5D-87A5-7677E216F891}" dt="2026-05-13T12:35:48.193" v="833" actId="680"/>
        <pc:sldMkLst>
          <pc:docMk/>
          <pc:sldMk cId="2071281620" sldId="614"/>
        </pc:sldMkLst>
      </pc:sldChg>
      <pc:sldChg chg="new">
        <pc:chgData name="Roy, S (Soumen)" userId="d8c84919-a745-4299-ae56-ef1314639c03" providerId="ADAL" clId="{2F7BBD67-BE38-4D5D-87A5-7677E216F891}" dt="2026-05-13T12:35:48.214" v="834" actId="680"/>
        <pc:sldMkLst>
          <pc:docMk/>
          <pc:sldMk cId="2107928965" sldId="615"/>
        </pc:sldMkLst>
      </pc:sldChg>
      <pc:sldChg chg="new">
        <pc:chgData name="Roy, S (Soumen)" userId="d8c84919-a745-4299-ae56-ef1314639c03" providerId="ADAL" clId="{2F7BBD67-BE38-4D5D-87A5-7677E216F891}" dt="2026-05-13T12:35:48.255" v="835" actId="680"/>
        <pc:sldMkLst>
          <pc:docMk/>
          <pc:sldMk cId="1397939338" sldId="616"/>
        </pc:sldMkLst>
      </pc:sldChg>
      <pc:sldChg chg="new">
        <pc:chgData name="Roy, S (Soumen)" userId="d8c84919-a745-4299-ae56-ef1314639c03" providerId="ADAL" clId="{2F7BBD67-BE38-4D5D-87A5-7677E216F891}" dt="2026-05-13T12:35:48.317" v="836" actId="680"/>
        <pc:sldMkLst>
          <pc:docMk/>
          <pc:sldMk cId="1686506488" sldId="617"/>
        </pc:sldMkLst>
      </pc:sldChg>
      <pc:sldChg chg="new">
        <pc:chgData name="Roy, S (Soumen)" userId="d8c84919-a745-4299-ae56-ef1314639c03" providerId="ADAL" clId="{2F7BBD67-BE38-4D5D-87A5-7677E216F891}" dt="2026-05-13T12:35:48.350" v="837" actId="680"/>
        <pc:sldMkLst>
          <pc:docMk/>
          <pc:sldMk cId="918005059" sldId="618"/>
        </pc:sldMkLst>
      </pc:sldChg>
      <pc:sldChg chg="new">
        <pc:chgData name="Roy, S (Soumen)" userId="d8c84919-a745-4299-ae56-ef1314639c03" providerId="ADAL" clId="{2F7BBD67-BE38-4D5D-87A5-7677E216F891}" dt="2026-05-13T12:35:48.378" v="838" actId="680"/>
        <pc:sldMkLst>
          <pc:docMk/>
          <pc:sldMk cId="2743602532" sldId="619"/>
        </pc:sldMkLst>
      </pc:sldChg>
      <pc:sldChg chg="new">
        <pc:chgData name="Roy, S (Soumen)" userId="d8c84919-a745-4299-ae56-ef1314639c03" providerId="ADAL" clId="{2F7BBD67-BE38-4D5D-87A5-7677E216F891}" dt="2026-05-13T12:35:48.400" v="839" actId="680"/>
        <pc:sldMkLst>
          <pc:docMk/>
          <pc:sldMk cId="3677160421" sldId="620"/>
        </pc:sldMkLst>
      </pc:sldChg>
      <pc:sldChg chg="new">
        <pc:chgData name="Roy, S (Soumen)" userId="d8c84919-a745-4299-ae56-ef1314639c03" providerId="ADAL" clId="{2F7BBD67-BE38-4D5D-87A5-7677E216F891}" dt="2026-05-13T12:35:48.420" v="840" actId="680"/>
        <pc:sldMkLst>
          <pc:docMk/>
          <pc:sldMk cId="1128285018" sldId="621"/>
        </pc:sldMkLst>
      </pc:sldChg>
      <pc:sldChg chg="new">
        <pc:chgData name="Roy, S (Soumen)" userId="d8c84919-a745-4299-ae56-ef1314639c03" providerId="ADAL" clId="{2F7BBD67-BE38-4D5D-87A5-7677E216F891}" dt="2026-05-13T12:35:48.451" v="841" actId="680"/>
        <pc:sldMkLst>
          <pc:docMk/>
          <pc:sldMk cId="649201259" sldId="622"/>
        </pc:sldMkLst>
      </pc:sldChg>
      <pc:sldChg chg="new">
        <pc:chgData name="Roy, S (Soumen)" userId="d8c84919-a745-4299-ae56-ef1314639c03" providerId="ADAL" clId="{2F7BBD67-BE38-4D5D-87A5-7677E216F891}" dt="2026-05-13T12:35:48.475" v="842" actId="680"/>
        <pc:sldMkLst>
          <pc:docMk/>
          <pc:sldMk cId="3851796326" sldId="623"/>
        </pc:sldMkLst>
      </pc:sldChg>
      <pc:sldChg chg="new">
        <pc:chgData name="Roy, S (Soumen)" userId="d8c84919-a745-4299-ae56-ef1314639c03" providerId="ADAL" clId="{2F7BBD67-BE38-4D5D-87A5-7677E216F891}" dt="2026-05-13T12:35:48.516" v="843" actId="680"/>
        <pc:sldMkLst>
          <pc:docMk/>
          <pc:sldMk cId="1492734638" sldId="624"/>
        </pc:sldMkLst>
      </pc:sldChg>
      <pc:sldChg chg="new">
        <pc:chgData name="Roy, S (Soumen)" userId="d8c84919-a745-4299-ae56-ef1314639c03" providerId="ADAL" clId="{2F7BBD67-BE38-4D5D-87A5-7677E216F891}" dt="2026-05-13T12:35:48.564" v="844" actId="680"/>
        <pc:sldMkLst>
          <pc:docMk/>
          <pc:sldMk cId="502795312" sldId="625"/>
        </pc:sldMkLst>
      </pc:sldChg>
      <pc:sldChg chg="new">
        <pc:chgData name="Roy, S (Soumen)" userId="d8c84919-a745-4299-ae56-ef1314639c03" providerId="ADAL" clId="{2F7BBD67-BE38-4D5D-87A5-7677E216F891}" dt="2026-05-13T12:35:48.585" v="845" actId="680"/>
        <pc:sldMkLst>
          <pc:docMk/>
          <pc:sldMk cId="2548234993" sldId="626"/>
        </pc:sldMkLst>
      </pc:sldChg>
      <pc:sldChg chg="new">
        <pc:chgData name="Roy, S (Soumen)" userId="d8c84919-a745-4299-ae56-ef1314639c03" providerId="ADAL" clId="{2F7BBD67-BE38-4D5D-87A5-7677E216F891}" dt="2026-05-13T12:35:48.632" v="846" actId="680"/>
        <pc:sldMkLst>
          <pc:docMk/>
          <pc:sldMk cId="860169701" sldId="627"/>
        </pc:sldMkLst>
      </pc:sldChg>
      <pc:sldChg chg="new">
        <pc:chgData name="Roy, S (Soumen)" userId="d8c84919-a745-4299-ae56-ef1314639c03" providerId="ADAL" clId="{2F7BBD67-BE38-4D5D-87A5-7677E216F891}" dt="2026-05-13T12:35:48.656" v="847" actId="680"/>
        <pc:sldMkLst>
          <pc:docMk/>
          <pc:sldMk cId="2024024693" sldId="628"/>
        </pc:sldMkLst>
      </pc:sldChg>
      <pc:sldChg chg="new">
        <pc:chgData name="Roy, S (Soumen)" userId="d8c84919-a745-4299-ae56-ef1314639c03" providerId="ADAL" clId="{2F7BBD67-BE38-4D5D-87A5-7677E216F891}" dt="2026-05-13T12:35:48.678" v="848" actId="680"/>
        <pc:sldMkLst>
          <pc:docMk/>
          <pc:sldMk cId="2762017055" sldId="629"/>
        </pc:sldMkLst>
      </pc:sldChg>
      <pc:sldChg chg="new">
        <pc:chgData name="Roy, S (Soumen)" userId="d8c84919-a745-4299-ae56-ef1314639c03" providerId="ADAL" clId="{2F7BBD67-BE38-4D5D-87A5-7677E216F891}" dt="2026-05-13T12:35:48.724" v="849" actId="680"/>
        <pc:sldMkLst>
          <pc:docMk/>
          <pc:sldMk cId="1710645767" sldId="630"/>
        </pc:sldMkLst>
      </pc:sldChg>
      <pc:sldChg chg="new">
        <pc:chgData name="Roy, S (Soumen)" userId="d8c84919-a745-4299-ae56-ef1314639c03" providerId="ADAL" clId="{2F7BBD67-BE38-4D5D-87A5-7677E216F891}" dt="2026-05-13T12:35:48.747" v="850" actId="680"/>
        <pc:sldMkLst>
          <pc:docMk/>
          <pc:sldMk cId="3008308543" sldId="631"/>
        </pc:sldMkLst>
      </pc:sldChg>
      <pc:sldChg chg="new">
        <pc:chgData name="Roy, S (Soumen)" userId="d8c84919-a745-4299-ae56-ef1314639c03" providerId="ADAL" clId="{2F7BBD67-BE38-4D5D-87A5-7677E216F891}" dt="2026-05-13T12:35:48.774" v="851" actId="680"/>
        <pc:sldMkLst>
          <pc:docMk/>
          <pc:sldMk cId="622315530" sldId="632"/>
        </pc:sldMkLst>
      </pc:sldChg>
      <pc:sldChg chg="new">
        <pc:chgData name="Roy, S (Soumen)" userId="d8c84919-a745-4299-ae56-ef1314639c03" providerId="ADAL" clId="{2F7BBD67-BE38-4D5D-87A5-7677E216F891}" dt="2026-05-13T12:35:48.827" v="852" actId="680"/>
        <pc:sldMkLst>
          <pc:docMk/>
          <pc:sldMk cId="1266928810" sldId="633"/>
        </pc:sldMkLst>
      </pc:sldChg>
      <pc:sldChg chg="new">
        <pc:chgData name="Roy, S (Soumen)" userId="d8c84919-a745-4299-ae56-ef1314639c03" providerId="ADAL" clId="{2F7BBD67-BE38-4D5D-87A5-7677E216F891}" dt="2026-05-13T12:35:48.848" v="853" actId="680"/>
        <pc:sldMkLst>
          <pc:docMk/>
          <pc:sldMk cId="530752574" sldId="634"/>
        </pc:sldMkLst>
      </pc:sldChg>
      <pc:sldChg chg="new">
        <pc:chgData name="Roy, S (Soumen)" userId="d8c84919-a745-4299-ae56-ef1314639c03" providerId="ADAL" clId="{2F7BBD67-BE38-4D5D-87A5-7677E216F891}" dt="2026-05-13T12:35:48.888" v="854" actId="680"/>
        <pc:sldMkLst>
          <pc:docMk/>
          <pc:sldMk cId="1687645706" sldId="635"/>
        </pc:sldMkLst>
      </pc:sldChg>
      <pc:sldChg chg="new">
        <pc:chgData name="Roy, S (Soumen)" userId="d8c84919-a745-4299-ae56-ef1314639c03" providerId="ADAL" clId="{2F7BBD67-BE38-4D5D-87A5-7677E216F891}" dt="2026-05-13T12:35:48.921" v="855" actId="680"/>
        <pc:sldMkLst>
          <pc:docMk/>
          <pc:sldMk cId="3883496063" sldId="636"/>
        </pc:sldMkLst>
      </pc:sldChg>
      <pc:sldChg chg="new">
        <pc:chgData name="Roy, S (Soumen)" userId="d8c84919-a745-4299-ae56-ef1314639c03" providerId="ADAL" clId="{2F7BBD67-BE38-4D5D-87A5-7677E216F891}" dt="2026-05-13T12:35:48.943" v="856" actId="680"/>
        <pc:sldMkLst>
          <pc:docMk/>
          <pc:sldMk cId="2963803696" sldId="637"/>
        </pc:sldMkLst>
      </pc:sldChg>
      <pc:sldChg chg="new">
        <pc:chgData name="Roy, S (Soumen)" userId="d8c84919-a745-4299-ae56-ef1314639c03" providerId="ADAL" clId="{2F7BBD67-BE38-4D5D-87A5-7677E216F891}" dt="2026-05-13T12:35:48.977" v="857" actId="680"/>
        <pc:sldMkLst>
          <pc:docMk/>
          <pc:sldMk cId="302765012" sldId="638"/>
        </pc:sldMkLst>
      </pc:sldChg>
      <pc:sldChg chg="new">
        <pc:chgData name="Roy, S (Soumen)" userId="d8c84919-a745-4299-ae56-ef1314639c03" providerId="ADAL" clId="{2F7BBD67-BE38-4D5D-87A5-7677E216F891}" dt="2026-05-13T12:35:49.014" v="858" actId="680"/>
        <pc:sldMkLst>
          <pc:docMk/>
          <pc:sldMk cId="508830130" sldId="639"/>
        </pc:sldMkLst>
      </pc:sldChg>
      <pc:sldChg chg="new">
        <pc:chgData name="Roy, S (Soumen)" userId="d8c84919-a745-4299-ae56-ef1314639c03" providerId="ADAL" clId="{2F7BBD67-BE38-4D5D-87A5-7677E216F891}" dt="2026-05-13T12:35:49.036" v="859" actId="680"/>
        <pc:sldMkLst>
          <pc:docMk/>
          <pc:sldMk cId="811626613" sldId="640"/>
        </pc:sldMkLst>
      </pc:sldChg>
      <pc:sldChg chg="new">
        <pc:chgData name="Roy, S (Soumen)" userId="d8c84919-a745-4299-ae56-ef1314639c03" providerId="ADAL" clId="{2F7BBD67-BE38-4D5D-87A5-7677E216F891}" dt="2026-05-13T12:35:49.074" v="860" actId="680"/>
        <pc:sldMkLst>
          <pc:docMk/>
          <pc:sldMk cId="3993378603" sldId="641"/>
        </pc:sldMkLst>
      </pc:sldChg>
      <pc:sldChg chg="new">
        <pc:chgData name="Roy, S (Soumen)" userId="d8c84919-a745-4299-ae56-ef1314639c03" providerId="ADAL" clId="{2F7BBD67-BE38-4D5D-87A5-7677E216F891}" dt="2026-05-13T12:35:49.125" v="861" actId="680"/>
        <pc:sldMkLst>
          <pc:docMk/>
          <pc:sldMk cId="2556761046" sldId="642"/>
        </pc:sldMkLst>
      </pc:sldChg>
      <pc:sldChg chg="new">
        <pc:chgData name="Roy, S (Soumen)" userId="d8c84919-a745-4299-ae56-ef1314639c03" providerId="ADAL" clId="{2F7BBD67-BE38-4D5D-87A5-7677E216F891}" dt="2026-05-13T12:35:49.153" v="862" actId="680"/>
        <pc:sldMkLst>
          <pc:docMk/>
          <pc:sldMk cId="3860461903" sldId="643"/>
        </pc:sldMkLst>
      </pc:sldChg>
      <pc:sldChg chg="new">
        <pc:chgData name="Roy, S (Soumen)" userId="d8c84919-a745-4299-ae56-ef1314639c03" providerId="ADAL" clId="{2F7BBD67-BE38-4D5D-87A5-7677E216F891}" dt="2026-05-13T12:35:49.179" v="863" actId="680"/>
        <pc:sldMkLst>
          <pc:docMk/>
          <pc:sldMk cId="1172182272" sldId="644"/>
        </pc:sldMkLst>
      </pc:sldChg>
      <pc:sldChg chg="new">
        <pc:chgData name="Roy, S (Soumen)" userId="d8c84919-a745-4299-ae56-ef1314639c03" providerId="ADAL" clId="{2F7BBD67-BE38-4D5D-87A5-7677E216F891}" dt="2026-05-13T12:35:49.223" v="864" actId="680"/>
        <pc:sldMkLst>
          <pc:docMk/>
          <pc:sldMk cId="2179500544" sldId="645"/>
        </pc:sldMkLst>
      </pc:sldChg>
      <pc:sldChg chg="new">
        <pc:chgData name="Roy, S (Soumen)" userId="d8c84919-a745-4299-ae56-ef1314639c03" providerId="ADAL" clId="{2F7BBD67-BE38-4D5D-87A5-7677E216F891}" dt="2026-05-13T12:35:49.248" v="865" actId="680"/>
        <pc:sldMkLst>
          <pc:docMk/>
          <pc:sldMk cId="1326388245" sldId="646"/>
        </pc:sldMkLst>
      </pc:sldChg>
      <pc:sldChg chg="new">
        <pc:chgData name="Roy, S (Soumen)" userId="d8c84919-a745-4299-ae56-ef1314639c03" providerId="ADAL" clId="{2F7BBD67-BE38-4D5D-87A5-7677E216F891}" dt="2026-05-13T12:35:49.286" v="866" actId="680"/>
        <pc:sldMkLst>
          <pc:docMk/>
          <pc:sldMk cId="747133295" sldId="647"/>
        </pc:sldMkLst>
      </pc:sldChg>
      <pc:sldChg chg="new">
        <pc:chgData name="Roy, S (Soumen)" userId="d8c84919-a745-4299-ae56-ef1314639c03" providerId="ADAL" clId="{2F7BBD67-BE38-4D5D-87A5-7677E216F891}" dt="2026-05-13T12:35:49.320" v="867" actId="680"/>
        <pc:sldMkLst>
          <pc:docMk/>
          <pc:sldMk cId="1783330141" sldId="648"/>
        </pc:sldMkLst>
      </pc:sldChg>
      <pc:sldChg chg="new">
        <pc:chgData name="Roy, S (Soumen)" userId="d8c84919-a745-4299-ae56-ef1314639c03" providerId="ADAL" clId="{2F7BBD67-BE38-4D5D-87A5-7677E216F891}" dt="2026-05-13T12:35:49.350" v="868" actId="680"/>
        <pc:sldMkLst>
          <pc:docMk/>
          <pc:sldMk cId="1020367957" sldId="649"/>
        </pc:sldMkLst>
      </pc:sldChg>
      <pc:sldChg chg="new">
        <pc:chgData name="Roy, S (Soumen)" userId="d8c84919-a745-4299-ae56-ef1314639c03" providerId="ADAL" clId="{2F7BBD67-BE38-4D5D-87A5-7677E216F891}" dt="2026-05-13T12:35:49.377" v="869" actId="680"/>
        <pc:sldMkLst>
          <pc:docMk/>
          <pc:sldMk cId="1089747465" sldId="650"/>
        </pc:sldMkLst>
      </pc:sldChg>
      <pc:sldChg chg="new">
        <pc:chgData name="Roy, S (Soumen)" userId="d8c84919-a745-4299-ae56-ef1314639c03" providerId="ADAL" clId="{2F7BBD67-BE38-4D5D-87A5-7677E216F891}" dt="2026-05-13T12:35:49.405" v="870" actId="680"/>
        <pc:sldMkLst>
          <pc:docMk/>
          <pc:sldMk cId="1759740680" sldId="651"/>
        </pc:sldMkLst>
      </pc:sldChg>
      <pc:sldChg chg="new">
        <pc:chgData name="Roy, S (Soumen)" userId="d8c84919-a745-4299-ae56-ef1314639c03" providerId="ADAL" clId="{2F7BBD67-BE38-4D5D-87A5-7677E216F891}" dt="2026-05-13T12:35:49.473" v="871" actId="680"/>
        <pc:sldMkLst>
          <pc:docMk/>
          <pc:sldMk cId="3380286494" sldId="652"/>
        </pc:sldMkLst>
      </pc:sldChg>
      <pc:sldChg chg="new">
        <pc:chgData name="Roy, S (Soumen)" userId="d8c84919-a745-4299-ae56-ef1314639c03" providerId="ADAL" clId="{2F7BBD67-BE38-4D5D-87A5-7677E216F891}" dt="2026-05-13T12:35:49.505" v="872" actId="680"/>
        <pc:sldMkLst>
          <pc:docMk/>
          <pc:sldMk cId="1779322310" sldId="653"/>
        </pc:sldMkLst>
      </pc:sldChg>
      <pc:sldChg chg="new">
        <pc:chgData name="Roy, S (Soumen)" userId="d8c84919-a745-4299-ae56-ef1314639c03" providerId="ADAL" clId="{2F7BBD67-BE38-4D5D-87A5-7677E216F891}" dt="2026-05-13T12:35:49.535" v="873" actId="680"/>
        <pc:sldMkLst>
          <pc:docMk/>
          <pc:sldMk cId="2220466221" sldId="654"/>
        </pc:sldMkLst>
      </pc:sldChg>
      <pc:sldChg chg="new">
        <pc:chgData name="Roy, S (Soumen)" userId="d8c84919-a745-4299-ae56-ef1314639c03" providerId="ADAL" clId="{2F7BBD67-BE38-4D5D-87A5-7677E216F891}" dt="2026-05-13T12:35:49.560" v="874" actId="680"/>
        <pc:sldMkLst>
          <pc:docMk/>
          <pc:sldMk cId="1156625984" sldId="655"/>
        </pc:sldMkLst>
      </pc:sldChg>
      <pc:sldChg chg="new">
        <pc:chgData name="Roy, S (Soumen)" userId="d8c84919-a745-4299-ae56-ef1314639c03" providerId="ADAL" clId="{2F7BBD67-BE38-4D5D-87A5-7677E216F891}" dt="2026-05-13T12:35:49.584" v="875" actId="680"/>
        <pc:sldMkLst>
          <pc:docMk/>
          <pc:sldMk cId="3542875079" sldId="656"/>
        </pc:sldMkLst>
      </pc:sldChg>
      <pc:sldChg chg="new">
        <pc:chgData name="Roy, S (Soumen)" userId="d8c84919-a745-4299-ae56-ef1314639c03" providerId="ADAL" clId="{2F7BBD67-BE38-4D5D-87A5-7677E216F891}" dt="2026-05-13T12:35:49.606" v="876" actId="680"/>
        <pc:sldMkLst>
          <pc:docMk/>
          <pc:sldMk cId="927344201" sldId="657"/>
        </pc:sldMkLst>
      </pc:sldChg>
      <pc:sldChg chg="new">
        <pc:chgData name="Roy, S (Soumen)" userId="d8c84919-a745-4299-ae56-ef1314639c03" providerId="ADAL" clId="{2F7BBD67-BE38-4D5D-87A5-7677E216F891}" dt="2026-05-13T12:35:49.991" v="877" actId="680"/>
        <pc:sldMkLst>
          <pc:docMk/>
          <pc:sldMk cId="3177088855" sldId="658"/>
        </pc:sldMkLst>
      </pc:sldChg>
      <pc:sldChg chg="new">
        <pc:chgData name="Roy, S (Soumen)" userId="d8c84919-a745-4299-ae56-ef1314639c03" providerId="ADAL" clId="{2F7BBD67-BE38-4D5D-87A5-7677E216F891}" dt="2026-05-13T12:35:50.498" v="878" actId="680"/>
        <pc:sldMkLst>
          <pc:docMk/>
          <pc:sldMk cId="1920009365" sldId="659"/>
        </pc:sldMkLst>
      </pc:sldChg>
      <pc:sldChg chg="new">
        <pc:chgData name="Roy, S (Soumen)" userId="d8c84919-a745-4299-ae56-ef1314639c03" providerId="ADAL" clId="{2F7BBD67-BE38-4D5D-87A5-7677E216F891}" dt="2026-05-13T12:35:50.527" v="879" actId="680"/>
        <pc:sldMkLst>
          <pc:docMk/>
          <pc:sldMk cId="1801413953" sldId="660"/>
        </pc:sldMkLst>
      </pc:sldChg>
      <pc:sldChg chg="new">
        <pc:chgData name="Roy, S (Soumen)" userId="d8c84919-a745-4299-ae56-ef1314639c03" providerId="ADAL" clId="{2F7BBD67-BE38-4D5D-87A5-7677E216F891}" dt="2026-05-13T12:35:50.559" v="880" actId="680"/>
        <pc:sldMkLst>
          <pc:docMk/>
          <pc:sldMk cId="504540286" sldId="661"/>
        </pc:sldMkLst>
      </pc:sldChg>
      <pc:sldChg chg="new">
        <pc:chgData name="Roy, S (Soumen)" userId="d8c84919-a745-4299-ae56-ef1314639c03" providerId="ADAL" clId="{2F7BBD67-BE38-4D5D-87A5-7677E216F891}" dt="2026-05-13T12:35:50.604" v="881" actId="680"/>
        <pc:sldMkLst>
          <pc:docMk/>
          <pc:sldMk cId="3309370372" sldId="662"/>
        </pc:sldMkLst>
      </pc:sldChg>
      <pc:sldChg chg="new">
        <pc:chgData name="Roy, S (Soumen)" userId="d8c84919-a745-4299-ae56-ef1314639c03" providerId="ADAL" clId="{2F7BBD67-BE38-4D5D-87A5-7677E216F891}" dt="2026-05-13T12:35:50.643" v="882" actId="680"/>
        <pc:sldMkLst>
          <pc:docMk/>
          <pc:sldMk cId="3215484758" sldId="663"/>
        </pc:sldMkLst>
      </pc:sldChg>
      <pc:sldChg chg="new">
        <pc:chgData name="Roy, S (Soumen)" userId="d8c84919-a745-4299-ae56-ef1314639c03" providerId="ADAL" clId="{2F7BBD67-BE38-4D5D-87A5-7677E216F891}" dt="2026-05-13T12:35:50.674" v="883" actId="680"/>
        <pc:sldMkLst>
          <pc:docMk/>
          <pc:sldMk cId="1336430842" sldId="664"/>
        </pc:sldMkLst>
      </pc:sldChg>
      <pc:sldChg chg="new">
        <pc:chgData name="Roy, S (Soumen)" userId="d8c84919-a745-4299-ae56-ef1314639c03" providerId="ADAL" clId="{2F7BBD67-BE38-4D5D-87A5-7677E216F891}" dt="2026-05-13T12:35:50.699" v="884" actId="680"/>
        <pc:sldMkLst>
          <pc:docMk/>
          <pc:sldMk cId="1340265574" sldId="665"/>
        </pc:sldMkLst>
      </pc:sldChg>
      <pc:sldChg chg="new">
        <pc:chgData name="Roy, S (Soumen)" userId="d8c84919-a745-4299-ae56-ef1314639c03" providerId="ADAL" clId="{2F7BBD67-BE38-4D5D-87A5-7677E216F891}" dt="2026-05-13T12:35:50.725" v="885" actId="680"/>
        <pc:sldMkLst>
          <pc:docMk/>
          <pc:sldMk cId="2883746461" sldId="666"/>
        </pc:sldMkLst>
      </pc:sldChg>
      <pc:sldChg chg="new">
        <pc:chgData name="Roy, S (Soumen)" userId="d8c84919-a745-4299-ae56-ef1314639c03" providerId="ADAL" clId="{2F7BBD67-BE38-4D5D-87A5-7677E216F891}" dt="2026-05-13T12:35:50.756" v="886" actId="680"/>
        <pc:sldMkLst>
          <pc:docMk/>
          <pc:sldMk cId="2840229595" sldId="667"/>
        </pc:sldMkLst>
      </pc:sldChg>
      <pc:sldChg chg="new">
        <pc:chgData name="Roy, S (Soumen)" userId="d8c84919-a745-4299-ae56-ef1314639c03" providerId="ADAL" clId="{2F7BBD67-BE38-4D5D-87A5-7677E216F891}" dt="2026-05-13T12:35:50.785" v="887" actId="680"/>
        <pc:sldMkLst>
          <pc:docMk/>
          <pc:sldMk cId="1338979322" sldId="668"/>
        </pc:sldMkLst>
      </pc:sldChg>
      <pc:sldChg chg="new">
        <pc:chgData name="Roy, S (Soumen)" userId="d8c84919-a745-4299-ae56-ef1314639c03" providerId="ADAL" clId="{2F7BBD67-BE38-4D5D-87A5-7677E216F891}" dt="2026-05-13T12:35:50.841" v="888" actId="680"/>
        <pc:sldMkLst>
          <pc:docMk/>
          <pc:sldMk cId="2890995328" sldId="669"/>
        </pc:sldMkLst>
      </pc:sldChg>
      <pc:sldChg chg="new">
        <pc:chgData name="Roy, S (Soumen)" userId="d8c84919-a745-4299-ae56-ef1314639c03" providerId="ADAL" clId="{2F7BBD67-BE38-4D5D-87A5-7677E216F891}" dt="2026-05-13T12:35:50.870" v="889" actId="680"/>
        <pc:sldMkLst>
          <pc:docMk/>
          <pc:sldMk cId="1647743412" sldId="670"/>
        </pc:sldMkLst>
      </pc:sldChg>
      <pc:sldChg chg="new">
        <pc:chgData name="Roy, S (Soumen)" userId="d8c84919-a745-4299-ae56-ef1314639c03" providerId="ADAL" clId="{2F7BBD67-BE38-4D5D-87A5-7677E216F891}" dt="2026-05-13T12:35:50.897" v="890" actId="680"/>
        <pc:sldMkLst>
          <pc:docMk/>
          <pc:sldMk cId="3064454560" sldId="671"/>
        </pc:sldMkLst>
      </pc:sldChg>
      <pc:sldChg chg="new">
        <pc:chgData name="Roy, S (Soumen)" userId="d8c84919-a745-4299-ae56-ef1314639c03" providerId="ADAL" clId="{2F7BBD67-BE38-4D5D-87A5-7677E216F891}" dt="2026-05-13T12:35:50.929" v="891" actId="680"/>
        <pc:sldMkLst>
          <pc:docMk/>
          <pc:sldMk cId="1389214526" sldId="672"/>
        </pc:sldMkLst>
      </pc:sldChg>
      <pc:sldChg chg="new">
        <pc:chgData name="Roy, S (Soumen)" userId="d8c84919-a745-4299-ae56-ef1314639c03" providerId="ADAL" clId="{2F7BBD67-BE38-4D5D-87A5-7677E216F891}" dt="2026-05-13T12:35:50.972" v="892" actId="680"/>
        <pc:sldMkLst>
          <pc:docMk/>
          <pc:sldMk cId="1633927414" sldId="673"/>
        </pc:sldMkLst>
      </pc:sldChg>
      <pc:sldChg chg="new">
        <pc:chgData name="Roy, S (Soumen)" userId="d8c84919-a745-4299-ae56-ef1314639c03" providerId="ADAL" clId="{2F7BBD67-BE38-4D5D-87A5-7677E216F891}" dt="2026-05-13T12:35:51.321" v="893" actId="680"/>
        <pc:sldMkLst>
          <pc:docMk/>
          <pc:sldMk cId="1060478658" sldId="674"/>
        </pc:sldMkLst>
      </pc:sldChg>
      <pc:sldChg chg="new">
        <pc:chgData name="Roy, S (Soumen)" userId="d8c84919-a745-4299-ae56-ef1314639c03" providerId="ADAL" clId="{2F7BBD67-BE38-4D5D-87A5-7677E216F891}" dt="2026-05-13T12:35:51.823" v="894" actId="680"/>
        <pc:sldMkLst>
          <pc:docMk/>
          <pc:sldMk cId="4094729716" sldId="675"/>
        </pc:sldMkLst>
      </pc:sldChg>
      <pc:sldChg chg="new">
        <pc:chgData name="Roy, S (Soumen)" userId="d8c84919-a745-4299-ae56-ef1314639c03" providerId="ADAL" clId="{2F7BBD67-BE38-4D5D-87A5-7677E216F891}" dt="2026-05-13T12:35:51.869" v="895" actId="680"/>
        <pc:sldMkLst>
          <pc:docMk/>
          <pc:sldMk cId="1530349283" sldId="676"/>
        </pc:sldMkLst>
      </pc:sldChg>
      <pc:sldChg chg="new">
        <pc:chgData name="Roy, S (Soumen)" userId="d8c84919-a745-4299-ae56-ef1314639c03" providerId="ADAL" clId="{2F7BBD67-BE38-4D5D-87A5-7677E216F891}" dt="2026-05-13T12:35:51.903" v="896" actId="680"/>
        <pc:sldMkLst>
          <pc:docMk/>
          <pc:sldMk cId="1417561560" sldId="677"/>
        </pc:sldMkLst>
      </pc:sldChg>
      <pc:sldChg chg="new">
        <pc:chgData name="Roy, S (Soumen)" userId="d8c84919-a745-4299-ae56-ef1314639c03" providerId="ADAL" clId="{2F7BBD67-BE38-4D5D-87A5-7677E216F891}" dt="2026-05-13T12:35:51.936" v="897" actId="680"/>
        <pc:sldMkLst>
          <pc:docMk/>
          <pc:sldMk cId="58698700" sldId="678"/>
        </pc:sldMkLst>
      </pc:sldChg>
      <pc:sldChg chg="new">
        <pc:chgData name="Roy, S (Soumen)" userId="d8c84919-a745-4299-ae56-ef1314639c03" providerId="ADAL" clId="{2F7BBD67-BE38-4D5D-87A5-7677E216F891}" dt="2026-05-13T12:35:51.962" v="898" actId="680"/>
        <pc:sldMkLst>
          <pc:docMk/>
          <pc:sldMk cId="2190568223" sldId="679"/>
        </pc:sldMkLst>
      </pc:sldChg>
      <pc:sldChg chg="new">
        <pc:chgData name="Roy, S (Soumen)" userId="d8c84919-a745-4299-ae56-ef1314639c03" providerId="ADAL" clId="{2F7BBD67-BE38-4D5D-87A5-7677E216F891}" dt="2026-05-13T12:35:51.991" v="899" actId="680"/>
        <pc:sldMkLst>
          <pc:docMk/>
          <pc:sldMk cId="452671980" sldId="680"/>
        </pc:sldMkLst>
      </pc:sldChg>
      <pc:sldChg chg="new">
        <pc:chgData name="Roy, S (Soumen)" userId="d8c84919-a745-4299-ae56-ef1314639c03" providerId="ADAL" clId="{2F7BBD67-BE38-4D5D-87A5-7677E216F891}" dt="2026-05-13T12:35:52.021" v="900" actId="680"/>
        <pc:sldMkLst>
          <pc:docMk/>
          <pc:sldMk cId="3411256442" sldId="681"/>
        </pc:sldMkLst>
      </pc:sldChg>
      <pc:sldChg chg="new">
        <pc:chgData name="Roy, S (Soumen)" userId="d8c84919-a745-4299-ae56-ef1314639c03" providerId="ADAL" clId="{2F7BBD67-BE38-4D5D-87A5-7677E216F891}" dt="2026-05-13T12:35:52.056" v="901" actId="680"/>
        <pc:sldMkLst>
          <pc:docMk/>
          <pc:sldMk cId="3233375558" sldId="682"/>
        </pc:sldMkLst>
      </pc:sldChg>
      <pc:sldChg chg="new">
        <pc:chgData name="Roy, S (Soumen)" userId="d8c84919-a745-4299-ae56-ef1314639c03" providerId="ADAL" clId="{2F7BBD67-BE38-4D5D-87A5-7677E216F891}" dt="2026-05-13T12:35:52.102" v="902" actId="680"/>
        <pc:sldMkLst>
          <pc:docMk/>
          <pc:sldMk cId="1194782361" sldId="683"/>
        </pc:sldMkLst>
      </pc:sldChg>
      <pc:sldChg chg="new">
        <pc:chgData name="Roy, S (Soumen)" userId="d8c84919-a745-4299-ae56-ef1314639c03" providerId="ADAL" clId="{2F7BBD67-BE38-4D5D-87A5-7677E216F891}" dt="2026-05-13T12:35:52.135" v="903" actId="680"/>
        <pc:sldMkLst>
          <pc:docMk/>
          <pc:sldMk cId="100344902" sldId="684"/>
        </pc:sldMkLst>
      </pc:sldChg>
      <pc:sldChg chg="new">
        <pc:chgData name="Roy, S (Soumen)" userId="d8c84919-a745-4299-ae56-ef1314639c03" providerId="ADAL" clId="{2F7BBD67-BE38-4D5D-87A5-7677E216F891}" dt="2026-05-13T12:35:52.176" v="904" actId="680"/>
        <pc:sldMkLst>
          <pc:docMk/>
          <pc:sldMk cId="2605966584" sldId="685"/>
        </pc:sldMkLst>
      </pc:sldChg>
      <pc:sldChg chg="new">
        <pc:chgData name="Roy, S (Soumen)" userId="d8c84919-a745-4299-ae56-ef1314639c03" providerId="ADAL" clId="{2F7BBD67-BE38-4D5D-87A5-7677E216F891}" dt="2026-05-13T12:35:52.209" v="905" actId="680"/>
        <pc:sldMkLst>
          <pc:docMk/>
          <pc:sldMk cId="2321227982" sldId="686"/>
        </pc:sldMkLst>
      </pc:sldChg>
      <pc:sldChg chg="new">
        <pc:chgData name="Roy, S (Soumen)" userId="d8c84919-a745-4299-ae56-ef1314639c03" providerId="ADAL" clId="{2F7BBD67-BE38-4D5D-87A5-7677E216F891}" dt="2026-05-13T12:35:52.240" v="906" actId="680"/>
        <pc:sldMkLst>
          <pc:docMk/>
          <pc:sldMk cId="2521151999" sldId="687"/>
        </pc:sldMkLst>
      </pc:sldChg>
      <pc:sldChg chg="new">
        <pc:chgData name="Roy, S (Soumen)" userId="d8c84919-a745-4299-ae56-ef1314639c03" providerId="ADAL" clId="{2F7BBD67-BE38-4D5D-87A5-7677E216F891}" dt="2026-05-13T12:35:52.268" v="907" actId="680"/>
        <pc:sldMkLst>
          <pc:docMk/>
          <pc:sldMk cId="2713583467" sldId="688"/>
        </pc:sldMkLst>
      </pc:sldChg>
      <pc:sldChg chg="new">
        <pc:chgData name="Roy, S (Soumen)" userId="d8c84919-a745-4299-ae56-ef1314639c03" providerId="ADAL" clId="{2F7BBD67-BE38-4D5D-87A5-7677E216F891}" dt="2026-05-13T12:35:52.296" v="908" actId="680"/>
        <pc:sldMkLst>
          <pc:docMk/>
          <pc:sldMk cId="762849584" sldId="689"/>
        </pc:sldMkLst>
      </pc:sldChg>
      <pc:sldChg chg="new">
        <pc:chgData name="Roy, S (Soumen)" userId="d8c84919-a745-4299-ae56-ef1314639c03" providerId="ADAL" clId="{2F7BBD67-BE38-4D5D-87A5-7677E216F891}" dt="2026-05-13T12:35:52.322" v="909" actId="680"/>
        <pc:sldMkLst>
          <pc:docMk/>
          <pc:sldMk cId="1029718397" sldId="690"/>
        </pc:sldMkLst>
      </pc:sldChg>
      <pc:sldChg chg="new">
        <pc:chgData name="Roy, S (Soumen)" userId="d8c84919-a745-4299-ae56-ef1314639c03" providerId="ADAL" clId="{2F7BBD67-BE38-4D5D-87A5-7677E216F891}" dt="2026-05-13T12:35:52.347" v="910" actId="680"/>
        <pc:sldMkLst>
          <pc:docMk/>
          <pc:sldMk cId="4030023321" sldId="691"/>
        </pc:sldMkLst>
      </pc:sldChg>
      <pc:sldChg chg="new">
        <pc:chgData name="Roy, S (Soumen)" userId="d8c84919-a745-4299-ae56-ef1314639c03" providerId="ADAL" clId="{2F7BBD67-BE38-4D5D-87A5-7677E216F891}" dt="2026-05-13T12:35:54.455" v="911" actId="680"/>
        <pc:sldMkLst>
          <pc:docMk/>
          <pc:sldMk cId="4212086070" sldId="692"/>
        </pc:sldMkLst>
      </pc:sldChg>
      <pc:sldChg chg="new">
        <pc:chgData name="Roy, S (Soumen)" userId="d8c84919-a745-4299-ae56-ef1314639c03" providerId="ADAL" clId="{2F7BBD67-BE38-4D5D-87A5-7677E216F891}" dt="2026-05-13T12:35:54.963" v="912" actId="680"/>
        <pc:sldMkLst>
          <pc:docMk/>
          <pc:sldMk cId="3762706984" sldId="693"/>
        </pc:sldMkLst>
      </pc:sldChg>
      <pc:sldChg chg="new">
        <pc:chgData name="Roy, S (Soumen)" userId="d8c84919-a745-4299-ae56-ef1314639c03" providerId="ADAL" clId="{2F7BBD67-BE38-4D5D-87A5-7677E216F891}" dt="2026-05-13T12:35:54.997" v="913" actId="680"/>
        <pc:sldMkLst>
          <pc:docMk/>
          <pc:sldMk cId="279975164" sldId="694"/>
        </pc:sldMkLst>
      </pc:sldChg>
      <pc:sldChg chg="new">
        <pc:chgData name="Roy, S (Soumen)" userId="d8c84919-a745-4299-ae56-ef1314639c03" providerId="ADAL" clId="{2F7BBD67-BE38-4D5D-87A5-7677E216F891}" dt="2026-05-13T12:35:55.021" v="914" actId="680"/>
        <pc:sldMkLst>
          <pc:docMk/>
          <pc:sldMk cId="3308518525" sldId="695"/>
        </pc:sldMkLst>
      </pc:sldChg>
      <pc:sldChg chg="new">
        <pc:chgData name="Roy, S (Soumen)" userId="d8c84919-a745-4299-ae56-ef1314639c03" providerId="ADAL" clId="{2F7BBD67-BE38-4D5D-87A5-7677E216F891}" dt="2026-05-13T12:35:55.065" v="915" actId="680"/>
        <pc:sldMkLst>
          <pc:docMk/>
          <pc:sldMk cId="322017656" sldId="696"/>
        </pc:sldMkLst>
      </pc:sldChg>
      <pc:sldChg chg="new">
        <pc:chgData name="Roy, S (Soumen)" userId="d8c84919-a745-4299-ae56-ef1314639c03" providerId="ADAL" clId="{2F7BBD67-BE38-4D5D-87A5-7677E216F891}" dt="2026-05-13T12:35:55.088" v="916" actId="680"/>
        <pc:sldMkLst>
          <pc:docMk/>
          <pc:sldMk cId="4169764227" sldId="697"/>
        </pc:sldMkLst>
      </pc:sldChg>
      <pc:sldChg chg="new">
        <pc:chgData name="Roy, S (Soumen)" userId="d8c84919-a745-4299-ae56-ef1314639c03" providerId="ADAL" clId="{2F7BBD67-BE38-4D5D-87A5-7677E216F891}" dt="2026-05-13T12:35:55.131" v="917" actId="680"/>
        <pc:sldMkLst>
          <pc:docMk/>
          <pc:sldMk cId="2887578129" sldId="698"/>
        </pc:sldMkLst>
      </pc:sldChg>
      <pc:sldChg chg="new">
        <pc:chgData name="Roy, S (Soumen)" userId="d8c84919-a745-4299-ae56-ef1314639c03" providerId="ADAL" clId="{2F7BBD67-BE38-4D5D-87A5-7677E216F891}" dt="2026-05-13T12:35:55.162" v="918" actId="680"/>
        <pc:sldMkLst>
          <pc:docMk/>
          <pc:sldMk cId="411461109" sldId="699"/>
        </pc:sldMkLst>
      </pc:sldChg>
      <pc:sldChg chg="new">
        <pc:chgData name="Roy, S (Soumen)" userId="d8c84919-a745-4299-ae56-ef1314639c03" providerId="ADAL" clId="{2F7BBD67-BE38-4D5D-87A5-7677E216F891}" dt="2026-05-13T12:35:55.203" v="919" actId="680"/>
        <pc:sldMkLst>
          <pc:docMk/>
          <pc:sldMk cId="175130187" sldId="700"/>
        </pc:sldMkLst>
      </pc:sldChg>
      <pc:sldChg chg="new">
        <pc:chgData name="Roy, S (Soumen)" userId="d8c84919-a745-4299-ae56-ef1314639c03" providerId="ADAL" clId="{2F7BBD67-BE38-4D5D-87A5-7677E216F891}" dt="2026-05-13T12:35:55.227" v="920" actId="680"/>
        <pc:sldMkLst>
          <pc:docMk/>
          <pc:sldMk cId="3756497773" sldId="701"/>
        </pc:sldMkLst>
      </pc:sldChg>
      <pc:sldChg chg="new">
        <pc:chgData name="Roy, S (Soumen)" userId="d8c84919-a745-4299-ae56-ef1314639c03" providerId="ADAL" clId="{2F7BBD67-BE38-4D5D-87A5-7677E216F891}" dt="2026-05-13T12:35:55.254" v="921" actId="680"/>
        <pc:sldMkLst>
          <pc:docMk/>
          <pc:sldMk cId="720432057" sldId="702"/>
        </pc:sldMkLst>
      </pc:sldChg>
      <pc:sldChg chg="new">
        <pc:chgData name="Roy, S (Soumen)" userId="d8c84919-a745-4299-ae56-ef1314639c03" providerId="ADAL" clId="{2F7BBD67-BE38-4D5D-87A5-7677E216F891}" dt="2026-05-13T12:35:55.283" v="922" actId="680"/>
        <pc:sldMkLst>
          <pc:docMk/>
          <pc:sldMk cId="1926334215" sldId="703"/>
        </pc:sldMkLst>
      </pc:sldChg>
      <pc:sldChg chg="new">
        <pc:chgData name="Roy, S (Soumen)" userId="d8c84919-a745-4299-ae56-ef1314639c03" providerId="ADAL" clId="{2F7BBD67-BE38-4D5D-87A5-7677E216F891}" dt="2026-05-13T12:35:55.313" v="923" actId="680"/>
        <pc:sldMkLst>
          <pc:docMk/>
          <pc:sldMk cId="4229874970" sldId="704"/>
        </pc:sldMkLst>
      </pc:sldChg>
      <pc:sldChg chg="new">
        <pc:chgData name="Roy, S (Soumen)" userId="d8c84919-a745-4299-ae56-ef1314639c03" providerId="ADAL" clId="{2F7BBD67-BE38-4D5D-87A5-7677E216F891}" dt="2026-05-13T12:35:55.347" v="924" actId="680"/>
        <pc:sldMkLst>
          <pc:docMk/>
          <pc:sldMk cId="2438995891" sldId="705"/>
        </pc:sldMkLst>
      </pc:sldChg>
      <pc:sldChg chg="new">
        <pc:chgData name="Roy, S (Soumen)" userId="d8c84919-a745-4299-ae56-ef1314639c03" providerId="ADAL" clId="{2F7BBD67-BE38-4D5D-87A5-7677E216F891}" dt="2026-05-13T12:35:55.391" v="925" actId="680"/>
        <pc:sldMkLst>
          <pc:docMk/>
          <pc:sldMk cId="760676815" sldId="706"/>
        </pc:sldMkLst>
      </pc:sldChg>
      <pc:sldChg chg="new">
        <pc:chgData name="Roy, S (Soumen)" userId="d8c84919-a745-4299-ae56-ef1314639c03" providerId="ADAL" clId="{2F7BBD67-BE38-4D5D-87A5-7677E216F891}" dt="2026-05-13T12:35:55.428" v="926" actId="680"/>
        <pc:sldMkLst>
          <pc:docMk/>
          <pc:sldMk cId="2636006777" sldId="707"/>
        </pc:sldMkLst>
      </pc:sldChg>
      <pc:sldChg chg="new">
        <pc:chgData name="Roy, S (Soumen)" userId="d8c84919-a745-4299-ae56-ef1314639c03" providerId="ADAL" clId="{2F7BBD67-BE38-4D5D-87A5-7677E216F891}" dt="2026-05-13T12:35:55.450" v="927" actId="680"/>
        <pc:sldMkLst>
          <pc:docMk/>
          <pc:sldMk cId="2693271435" sldId="708"/>
        </pc:sldMkLst>
      </pc:sldChg>
      <pc:sldChg chg="new">
        <pc:chgData name="Roy, S (Soumen)" userId="d8c84919-a745-4299-ae56-ef1314639c03" providerId="ADAL" clId="{2F7BBD67-BE38-4D5D-87A5-7677E216F891}" dt="2026-05-13T12:35:55.491" v="928" actId="680"/>
        <pc:sldMkLst>
          <pc:docMk/>
          <pc:sldMk cId="3908672679" sldId="709"/>
        </pc:sldMkLst>
      </pc:sldChg>
      <pc:sldChg chg="new">
        <pc:chgData name="Roy, S (Soumen)" userId="d8c84919-a745-4299-ae56-ef1314639c03" providerId="ADAL" clId="{2F7BBD67-BE38-4D5D-87A5-7677E216F891}" dt="2026-05-13T12:35:55.514" v="929" actId="680"/>
        <pc:sldMkLst>
          <pc:docMk/>
          <pc:sldMk cId="4011568960" sldId="710"/>
        </pc:sldMkLst>
      </pc:sldChg>
      <pc:sldChg chg="new">
        <pc:chgData name="Roy, S (Soumen)" userId="d8c84919-a745-4299-ae56-ef1314639c03" providerId="ADAL" clId="{2F7BBD67-BE38-4D5D-87A5-7677E216F891}" dt="2026-05-13T12:35:55.549" v="930" actId="680"/>
        <pc:sldMkLst>
          <pc:docMk/>
          <pc:sldMk cId="1726790129" sldId="711"/>
        </pc:sldMkLst>
      </pc:sldChg>
      <pc:sldChg chg="new">
        <pc:chgData name="Roy, S (Soumen)" userId="d8c84919-a745-4299-ae56-ef1314639c03" providerId="ADAL" clId="{2F7BBD67-BE38-4D5D-87A5-7677E216F891}" dt="2026-05-13T12:35:55.580" v="931" actId="680"/>
        <pc:sldMkLst>
          <pc:docMk/>
          <pc:sldMk cId="1175322401" sldId="712"/>
        </pc:sldMkLst>
      </pc:sldChg>
      <pc:sldChg chg="new">
        <pc:chgData name="Roy, S (Soumen)" userId="d8c84919-a745-4299-ae56-ef1314639c03" providerId="ADAL" clId="{2F7BBD67-BE38-4D5D-87A5-7677E216F891}" dt="2026-05-13T12:35:55.614" v="932" actId="680"/>
        <pc:sldMkLst>
          <pc:docMk/>
          <pc:sldMk cId="4269670643" sldId="713"/>
        </pc:sldMkLst>
      </pc:sldChg>
      <pc:sldChg chg="new">
        <pc:chgData name="Roy, S (Soumen)" userId="d8c84919-a745-4299-ae56-ef1314639c03" providerId="ADAL" clId="{2F7BBD67-BE38-4D5D-87A5-7677E216F891}" dt="2026-05-13T12:35:55.646" v="933" actId="680"/>
        <pc:sldMkLst>
          <pc:docMk/>
          <pc:sldMk cId="2883758574" sldId="714"/>
        </pc:sldMkLst>
      </pc:sldChg>
      <pc:sldChg chg="new">
        <pc:chgData name="Roy, S (Soumen)" userId="d8c84919-a745-4299-ae56-ef1314639c03" providerId="ADAL" clId="{2F7BBD67-BE38-4D5D-87A5-7677E216F891}" dt="2026-05-13T12:35:55.690" v="934" actId="680"/>
        <pc:sldMkLst>
          <pc:docMk/>
          <pc:sldMk cId="785263876" sldId="715"/>
        </pc:sldMkLst>
      </pc:sldChg>
      <pc:sldChg chg="new">
        <pc:chgData name="Roy, S (Soumen)" userId="d8c84919-a745-4299-ae56-ef1314639c03" providerId="ADAL" clId="{2F7BBD67-BE38-4D5D-87A5-7677E216F891}" dt="2026-05-13T12:35:55.851" v="935" actId="680"/>
        <pc:sldMkLst>
          <pc:docMk/>
          <pc:sldMk cId="3849562001" sldId="716"/>
        </pc:sldMkLst>
      </pc:sldChg>
      <pc:sldChg chg="new">
        <pc:chgData name="Roy, S (Soumen)" userId="d8c84919-a745-4299-ae56-ef1314639c03" providerId="ADAL" clId="{2F7BBD67-BE38-4D5D-87A5-7677E216F891}" dt="2026-05-13T12:35:56.350" v="936" actId="680"/>
        <pc:sldMkLst>
          <pc:docMk/>
          <pc:sldMk cId="785335477" sldId="717"/>
        </pc:sldMkLst>
      </pc:sldChg>
      <pc:sldChg chg="new">
        <pc:chgData name="Roy, S (Soumen)" userId="d8c84919-a745-4299-ae56-ef1314639c03" providerId="ADAL" clId="{2F7BBD67-BE38-4D5D-87A5-7677E216F891}" dt="2026-05-13T12:35:56.397" v="937" actId="680"/>
        <pc:sldMkLst>
          <pc:docMk/>
          <pc:sldMk cId="790448331" sldId="718"/>
        </pc:sldMkLst>
      </pc:sldChg>
      <pc:sldChg chg="new">
        <pc:chgData name="Roy, S (Soumen)" userId="d8c84919-a745-4299-ae56-ef1314639c03" providerId="ADAL" clId="{2F7BBD67-BE38-4D5D-87A5-7677E216F891}" dt="2026-05-13T12:35:56.421" v="938" actId="680"/>
        <pc:sldMkLst>
          <pc:docMk/>
          <pc:sldMk cId="2709817191" sldId="719"/>
        </pc:sldMkLst>
      </pc:sldChg>
      <pc:sldChg chg="new">
        <pc:chgData name="Roy, S (Soumen)" userId="d8c84919-a745-4299-ae56-ef1314639c03" providerId="ADAL" clId="{2F7BBD67-BE38-4D5D-87A5-7677E216F891}" dt="2026-05-13T12:35:56.455" v="939" actId="680"/>
        <pc:sldMkLst>
          <pc:docMk/>
          <pc:sldMk cId="550583333" sldId="720"/>
        </pc:sldMkLst>
      </pc:sldChg>
      <pc:sldChg chg="new">
        <pc:chgData name="Roy, S (Soumen)" userId="d8c84919-a745-4299-ae56-ef1314639c03" providerId="ADAL" clId="{2F7BBD67-BE38-4D5D-87A5-7677E216F891}" dt="2026-05-13T12:35:56.488" v="940" actId="680"/>
        <pc:sldMkLst>
          <pc:docMk/>
          <pc:sldMk cId="3884842966" sldId="721"/>
        </pc:sldMkLst>
      </pc:sldChg>
      <pc:sldChg chg="new">
        <pc:chgData name="Roy, S (Soumen)" userId="d8c84919-a745-4299-ae56-ef1314639c03" providerId="ADAL" clId="{2F7BBD67-BE38-4D5D-87A5-7677E216F891}" dt="2026-05-13T12:35:57.008" v="941" actId="680"/>
        <pc:sldMkLst>
          <pc:docMk/>
          <pc:sldMk cId="1962674783" sldId="722"/>
        </pc:sldMkLst>
      </pc:sldChg>
      <pc:sldChg chg="new">
        <pc:chgData name="Roy, S (Soumen)" userId="d8c84919-a745-4299-ae56-ef1314639c03" providerId="ADAL" clId="{2F7BBD67-BE38-4D5D-87A5-7677E216F891}" dt="2026-05-13T12:35:57.040" v="942" actId="680"/>
        <pc:sldMkLst>
          <pc:docMk/>
          <pc:sldMk cId="976457874" sldId="723"/>
        </pc:sldMkLst>
      </pc:sldChg>
      <pc:sldChg chg="new">
        <pc:chgData name="Roy, S (Soumen)" userId="d8c84919-a745-4299-ae56-ef1314639c03" providerId="ADAL" clId="{2F7BBD67-BE38-4D5D-87A5-7677E216F891}" dt="2026-05-13T12:35:57.197" v="943" actId="680"/>
        <pc:sldMkLst>
          <pc:docMk/>
          <pc:sldMk cId="963576761" sldId="724"/>
        </pc:sldMkLst>
      </pc:sldChg>
      <pc:sldChg chg="new">
        <pc:chgData name="Roy, S (Soumen)" userId="d8c84919-a745-4299-ae56-ef1314639c03" providerId="ADAL" clId="{2F7BBD67-BE38-4D5D-87A5-7677E216F891}" dt="2026-05-13T12:35:57.697" v="944" actId="680"/>
        <pc:sldMkLst>
          <pc:docMk/>
          <pc:sldMk cId="442738282" sldId="725"/>
        </pc:sldMkLst>
      </pc:sldChg>
      <pc:sldChg chg="new">
        <pc:chgData name="Roy, S (Soumen)" userId="d8c84919-a745-4299-ae56-ef1314639c03" providerId="ADAL" clId="{2F7BBD67-BE38-4D5D-87A5-7677E216F891}" dt="2026-05-13T12:35:57.731" v="945" actId="680"/>
        <pc:sldMkLst>
          <pc:docMk/>
          <pc:sldMk cId="1440558953" sldId="726"/>
        </pc:sldMkLst>
      </pc:sldChg>
      <pc:sldChg chg="new">
        <pc:chgData name="Roy, S (Soumen)" userId="d8c84919-a745-4299-ae56-ef1314639c03" providerId="ADAL" clId="{2F7BBD67-BE38-4D5D-87A5-7677E216F891}" dt="2026-05-13T12:35:57.775" v="946" actId="680"/>
        <pc:sldMkLst>
          <pc:docMk/>
          <pc:sldMk cId="1973877967" sldId="727"/>
        </pc:sldMkLst>
      </pc:sldChg>
      <pc:sldChg chg="new">
        <pc:chgData name="Roy, S (Soumen)" userId="d8c84919-a745-4299-ae56-ef1314639c03" providerId="ADAL" clId="{2F7BBD67-BE38-4D5D-87A5-7677E216F891}" dt="2026-05-13T12:35:57.815" v="947" actId="680"/>
        <pc:sldMkLst>
          <pc:docMk/>
          <pc:sldMk cId="2813198421" sldId="728"/>
        </pc:sldMkLst>
      </pc:sldChg>
      <pc:sldChg chg="new">
        <pc:chgData name="Roy, S (Soumen)" userId="d8c84919-a745-4299-ae56-ef1314639c03" providerId="ADAL" clId="{2F7BBD67-BE38-4D5D-87A5-7677E216F891}" dt="2026-05-13T12:35:57.839" v="948" actId="680"/>
        <pc:sldMkLst>
          <pc:docMk/>
          <pc:sldMk cId="525239844" sldId="729"/>
        </pc:sldMkLst>
      </pc:sldChg>
      <pc:sldChg chg="new">
        <pc:chgData name="Roy, S (Soumen)" userId="d8c84919-a745-4299-ae56-ef1314639c03" providerId="ADAL" clId="{2F7BBD67-BE38-4D5D-87A5-7677E216F891}" dt="2026-05-13T12:35:57.879" v="949" actId="680"/>
        <pc:sldMkLst>
          <pc:docMk/>
          <pc:sldMk cId="1322847191" sldId="730"/>
        </pc:sldMkLst>
      </pc:sldChg>
      <pc:sldChg chg="new">
        <pc:chgData name="Roy, S (Soumen)" userId="d8c84919-a745-4299-ae56-ef1314639c03" providerId="ADAL" clId="{2F7BBD67-BE38-4D5D-87A5-7677E216F891}" dt="2026-05-13T12:35:57.907" v="950" actId="680"/>
        <pc:sldMkLst>
          <pc:docMk/>
          <pc:sldMk cId="931108295" sldId="731"/>
        </pc:sldMkLst>
      </pc:sldChg>
      <pc:sldChg chg="new">
        <pc:chgData name="Roy, S (Soumen)" userId="d8c84919-a745-4299-ae56-ef1314639c03" providerId="ADAL" clId="{2F7BBD67-BE38-4D5D-87A5-7677E216F891}" dt="2026-05-13T12:35:57.930" v="951" actId="680"/>
        <pc:sldMkLst>
          <pc:docMk/>
          <pc:sldMk cId="3611217065" sldId="732"/>
        </pc:sldMkLst>
      </pc:sldChg>
      <pc:sldChg chg="new">
        <pc:chgData name="Roy, S (Soumen)" userId="d8c84919-a745-4299-ae56-ef1314639c03" providerId="ADAL" clId="{2F7BBD67-BE38-4D5D-87A5-7677E216F891}" dt="2026-05-13T12:35:57.972" v="952" actId="680"/>
        <pc:sldMkLst>
          <pc:docMk/>
          <pc:sldMk cId="310252775" sldId="733"/>
        </pc:sldMkLst>
      </pc:sldChg>
      <pc:sldChg chg="new">
        <pc:chgData name="Roy, S (Soumen)" userId="d8c84919-a745-4299-ae56-ef1314639c03" providerId="ADAL" clId="{2F7BBD67-BE38-4D5D-87A5-7677E216F891}" dt="2026-05-13T12:35:57.995" v="953" actId="680"/>
        <pc:sldMkLst>
          <pc:docMk/>
          <pc:sldMk cId="3102043760" sldId="734"/>
        </pc:sldMkLst>
      </pc:sldChg>
      <pc:sldChg chg="new">
        <pc:chgData name="Roy, S (Soumen)" userId="d8c84919-a745-4299-ae56-ef1314639c03" providerId="ADAL" clId="{2F7BBD67-BE38-4D5D-87A5-7677E216F891}" dt="2026-05-13T12:35:58.034" v="954" actId="680"/>
        <pc:sldMkLst>
          <pc:docMk/>
          <pc:sldMk cId="288602722" sldId="735"/>
        </pc:sldMkLst>
      </pc:sldChg>
      <pc:sldChg chg="new">
        <pc:chgData name="Roy, S (Soumen)" userId="d8c84919-a745-4299-ae56-ef1314639c03" providerId="ADAL" clId="{2F7BBD67-BE38-4D5D-87A5-7677E216F891}" dt="2026-05-13T12:35:58.057" v="955" actId="680"/>
        <pc:sldMkLst>
          <pc:docMk/>
          <pc:sldMk cId="179817134" sldId="736"/>
        </pc:sldMkLst>
      </pc:sldChg>
      <pc:sldChg chg="new">
        <pc:chgData name="Roy, S (Soumen)" userId="d8c84919-a745-4299-ae56-ef1314639c03" providerId="ADAL" clId="{2F7BBD67-BE38-4D5D-87A5-7677E216F891}" dt="2026-05-13T12:35:58.102" v="956" actId="680"/>
        <pc:sldMkLst>
          <pc:docMk/>
          <pc:sldMk cId="53740868" sldId="737"/>
        </pc:sldMkLst>
      </pc:sldChg>
      <pc:sldChg chg="new">
        <pc:chgData name="Roy, S (Soumen)" userId="d8c84919-a745-4299-ae56-ef1314639c03" providerId="ADAL" clId="{2F7BBD67-BE38-4D5D-87A5-7677E216F891}" dt="2026-05-13T12:35:58.142" v="957" actId="680"/>
        <pc:sldMkLst>
          <pc:docMk/>
          <pc:sldMk cId="3508423288" sldId="738"/>
        </pc:sldMkLst>
      </pc:sldChg>
      <pc:sldChg chg="new">
        <pc:chgData name="Roy, S (Soumen)" userId="d8c84919-a745-4299-ae56-ef1314639c03" providerId="ADAL" clId="{2F7BBD67-BE38-4D5D-87A5-7677E216F891}" dt="2026-05-13T12:35:58.169" v="958" actId="680"/>
        <pc:sldMkLst>
          <pc:docMk/>
          <pc:sldMk cId="433886844" sldId="739"/>
        </pc:sldMkLst>
      </pc:sldChg>
      <pc:sldChg chg="new">
        <pc:chgData name="Roy, S (Soumen)" userId="d8c84919-a745-4299-ae56-ef1314639c03" providerId="ADAL" clId="{2F7BBD67-BE38-4D5D-87A5-7677E216F891}" dt="2026-05-13T12:35:58.196" v="959" actId="680"/>
        <pc:sldMkLst>
          <pc:docMk/>
          <pc:sldMk cId="3897660786" sldId="740"/>
        </pc:sldMkLst>
      </pc:sldChg>
      <pc:sldChg chg="new">
        <pc:chgData name="Roy, S (Soumen)" userId="d8c84919-a745-4299-ae56-ef1314639c03" providerId="ADAL" clId="{2F7BBD67-BE38-4D5D-87A5-7677E216F891}" dt="2026-05-13T12:35:58.226" v="960" actId="680"/>
        <pc:sldMkLst>
          <pc:docMk/>
          <pc:sldMk cId="1964727713" sldId="741"/>
        </pc:sldMkLst>
      </pc:sldChg>
      <pc:sldChg chg="new">
        <pc:chgData name="Roy, S (Soumen)" userId="d8c84919-a745-4299-ae56-ef1314639c03" providerId="ADAL" clId="{2F7BBD67-BE38-4D5D-87A5-7677E216F891}" dt="2026-05-13T12:35:58.265" v="961" actId="680"/>
        <pc:sldMkLst>
          <pc:docMk/>
          <pc:sldMk cId="22710841" sldId="742"/>
        </pc:sldMkLst>
      </pc:sldChg>
      <pc:sldChg chg="new">
        <pc:chgData name="Roy, S (Soumen)" userId="d8c84919-a745-4299-ae56-ef1314639c03" providerId="ADAL" clId="{2F7BBD67-BE38-4D5D-87A5-7677E216F891}" dt="2026-05-13T12:35:58.912" v="962" actId="680"/>
        <pc:sldMkLst>
          <pc:docMk/>
          <pc:sldMk cId="2795299507" sldId="743"/>
        </pc:sldMkLst>
      </pc:sldChg>
      <pc:sldChg chg="new">
        <pc:chgData name="Roy, S (Soumen)" userId="d8c84919-a745-4299-ae56-ef1314639c03" providerId="ADAL" clId="{2F7BBD67-BE38-4D5D-87A5-7677E216F891}" dt="2026-05-13T12:35:59.502" v="963" actId="680"/>
        <pc:sldMkLst>
          <pc:docMk/>
          <pc:sldMk cId="2497286418" sldId="744"/>
        </pc:sldMkLst>
      </pc:sldChg>
      <pc:sldChg chg="new">
        <pc:chgData name="Roy, S (Soumen)" userId="d8c84919-a745-4299-ae56-ef1314639c03" providerId="ADAL" clId="{2F7BBD67-BE38-4D5D-87A5-7677E216F891}" dt="2026-05-13T12:35:59.889" v="964" actId="680"/>
        <pc:sldMkLst>
          <pc:docMk/>
          <pc:sldMk cId="272427192" sldId="745"/>
        </pc:sldMkLst>
      </pc:sldChg>
      <pc:sldChg chg="new">
        <pc:chgData name="Roy, S (Soumen)" userId="d8c84919-a745-4299-ae56-ef1314639c03" providerId="ADAL" clId="{2F7BBD67-BE38-4D5D-87A5-7677E216F891}" dt="2026-05-13T12:36:00.394" v="965" actId="680"/>
        <pc:sldMkLst>
          <pc:docMk/>
          <pc:sldMk cId="689399617" sldId="746"/>
        </pc:sldMkLst>
      </pc:sldChg>
      <pc:sldChg chg="new">
        <pc:chgData name="Roy, S (Soumen)" userId="d8c84919-a745-4299-ae56-ef1314639c03" providerId="ADAL" clId="{2F7BBD67-BE38-4D5D-87A5-7677E216F891}" dt="2026-05-13T12:36:00.428" v="966" actId="680"/>
        <pc:sldMkLst>
          <pc:docMk/>
          <pc:sldMk cId="4239338176" sldId="747"/>
        </pc:sldMkLst>
      </pc:sldChg>
      <pc:sldChg chg="new">
        <pc:chgData name="Roy, S (Soumen)" userId="d8c84919-a745-4299-ae56-ef1314639c03" providerId="ADAL" clId="{2F7BBD67-BE38-4D5D-87A5-7677E216F891}" dt="2026-05-13T12:36:00.453" v="967" actId="680"/>
        <pc:sldMkLst>
          <pc:docMk/>
          <pc:sldMk cId="1251719006" sldId="748"/>
        </pc:sldMkLst>
      </pc:sldChg>
      <pc:sldChg chg="new">
        <pc:chgData name="Roy, S (Soumen)" userId="d8c84919-a745-4299-ae56-ef1314639c03" providerId="ADAL" clId="{2F7BBD67-BE38-4D5D-87A5-7677E216F891}" dt="2026-05-13T12:36:00.501" v="968" actId="680"/>
        <pc:sldMkLst>
          <pc:docMk/>
          <pc:sldMk cId="48342886" sldId="749"/>
        </pc:sldMkLst>
      </pc:sldChg>
      <pc:sldChg chg="new">
        <pc:chgData name="Roy, S (Soumen)" userId="d8c84919-a745-4299-ae56-ef1314639c03" providerId="ADAL" clId="{2F7BBD67-BE38-4D5D-87A5-7677E216F891}" dt="2026-05-13T12:36:00.538" v="969" actId="680"/>
        <pc:sldMkLst>
          <pc:docMk/>
          <pc:sldMk cId="943474624" sldId="750"/>
        </pc:sldMkLst>
      </pc:sldChg>
      <pc:sldChg chg="new">
        <pc:chgData name="Roy, S (Soumen)" userId="d8c84919-a745-4299-ae56-ef1314639c03" providerId="ADAL" clId="{2F7BBD67-BE38-4D5D-87A5-7677E216F891}" dt="2026-05-13T12:36:00.564" v="970" actId="680"/>
        <pc:sldMkLst>
          <pc:docMk/>
          <pc:sldMk cId="1539057773" sldId="751"/>
        </pc:sldMkLst>
      </pc:sldChg>
      <pc:sldChg chg="new">
        <pc:chgData name="Roy, S (Soumen)" userId="d8c84919-a745-4299-ae56-ef1314639c03" providerId="ADAL" clId="{2F7BBD67-BE38-4D5D-87A5-7677E216F891}" dt="2026-05-13T12:36:00.592" v="971" actId="680"/>
        <pc:sldMkLst>
          <pc:docMk/>
          <pc:sldMk cId="2278321487" sldId="752"/>
        </pc:sldMkLst>
      </pc:sldChg>
      <pc:sldChg chg="new">
        <pc:chgData name="Roy, S (Soumen)" userId="d8c84919-a745-4299-ae56-ef1314639c03" providerId="ADAL" clId="{2F7BBD67-BE38-4D5D-87A5-7677E216F891}" dt="2026-05-13T12:36:00.630" v="972" actId="680"/>
        <pc:sldMkLst>
          <pc:docMk/>
          <pc:sldMk cId="1807842439" sldId="753"/>
        </pc:sldMkLst>
      </pc:sldChg>
      <pc:sldChg chg="new">
        <pc:chgData name="Roy, S (Soumen)" userId="d8c84919-a745-4299-ae56-ef1314639c03" providerId="ADAL" clId="{2F7BBD67-BE38-4D5D-87A5-7677E216F891}" dt="2026-05-13T12:36:00.654" v="973" actId="680"/>
        <pc:sldMkLst>
          <pc:docMk/>
          <pc:sldMk cId="2727510290" sldId="754"/>
        </pc:sldMkLst>
      </pc:sldChg>
      <pc:sldChg chg="new">
        <pc:chgData name="Roy, S (Soumen)" userId="d8c84919-a745-4299-ae56-ef1314639c03" providerId="ADAL" clId="{2F7BBD67-BE38-4D5D-87A5-7677E216F891}" dt="2026-05-13T12:36:00.693" v="974" actId="680"/>
        <pc:sldMkLst>
          <pc:docMk/>
          <pc:sldMk cId="717064721" sldId="755"/>
        </pc:sldMkLst>
      </pc:sldChg>
      <pc:sldChg chg="new">
        <pc:chgData name="Roy, S (Soumen)" userId="d8c84919-a745-4299-ae56-ef1314639c03" providerId="ADAL" clId="{2F7BBD67-BE38-4D5D-87A5-7677E216F891}" dt="2026-05-13T12:36:00.718" v="975" actId="680"/>
        <pc:sldMkLst>
          <pc:docMk/>
          <pc:sldMk cId="3952863482" sldId="756"/>
        </pc:sldMkLst>
      </pc:sldChg>
      <pc:sldChg chg="new">
        <pc:chgData name="Roy, S (Soumen)" userId="d8c84919-a745-4299-ae56-ef1314639c03" providerId="ADAL" clId="{2F7BBD67-BE38-4D5D-87A5-7677E216F891}" dt="2026-05-13T12:36:02.880" v="976" actId="680"/>
        <pc:sldMkLst>
          <pc:docMk/>
          <pc:sldMk cId="612045377" sldId="757"/>
        </pc:sldMkLst>
      </pc:sldChg>
      <pc:sldChg chg="new">
        <pc:chgData name="Roy, S (Soumen)" userId="d8c84919-a745-4299-ae56-ef1314639c03" providerId="ADAL" clId="{2F7BBD67-BE38-4D5D-87A5-7677E216F891}" dt="2026-05-13T12:36:03.990" v="977" actId="680"/>
        <pc:sldMkLst>
          <pc:docMk/>
          <pc:sldMk cId="3876232320" sldId="758"/>
        </pc:sldMkLst>
      </pc:sldChg>
      <pc:sldChg chg="new">
        <pc:chgData name="Roy, S (Soumen)" userId="d8c84919-a745-4299-ae56-ef1314639c03" providerId="ADAL" clId="{2F7BBD67-BE38-4D5D-87A5-7677E216F891}" dt="2026-05-13T12:36:04.020" v="978" actId="680"/>
        <pc:sldMkLst>
          <pc:docMk/>
          <pc:sldMk cId="3232245596" sldId="759"/>
        </pc:sldMkLst>
      </pc:sldChg>
      <pc:sldChg chg="new">
        <pc:chgData name="Roy, S (Soumen)" userId="d8c84919-a745-4299-ae56-ef1314639c03" providerId="ADAL" clId="{2F7BBD67-BE38-4D5D-87A5-7677E216F891}" dt="2026-05-13T12:36:04.046" v="979" actId="680"/>
        <pc:sldMkLst>
          <pc:docMk/>
          <pc:sldMk cId="461362897" sldId="760"/>
        </pc:sldMkLst>
      </pc:sldChg>
      <pc:sldChg chg="new">
        <pc:chgData name="Roy, S (Soumen)" userId="d8c84919-a745-4299-ae56-ef1314639c03" providerId="ADAL" clId="{2F7BBD67-BE38-4D5D-87A5-7677E216F891}" dt="2026-05-13T12:36:04.087" v="980" actId="680"/>
        <pc:sldMkLst>
          <pc:docMk/>
          <pc:sldMk cId="230012450" sldId="761"/>
        </pc:sldMkLst>
      </pc:sldChg>
      <pc:sldChg chg="new">
        <pc:chgData name="Roy, S (Soumen)" userId="d8c84919-a745-4299-ae56-ef1314639c03" providerId="ADAL" clId="{2F7BBD67-BE38-4D5D-87A5-7677E216F891}" dt="2026-05-13T12:36:04.112" v="981" actId="680"/>
        <pc:sldMkLst>
          <pc:docMk/>
          <pc:sldMk cId="2360600004" sldId="762"/>
        </pc:sldMkLst>
      </pc:sldChg>
      <pc:sldChg chg="new">
        <pc:chgData name="Roy, S (Soumen)" userId="d8c84919-a745-4299-ae56-ef1314639c03" providerId="ADAL" clId="{2F7BBD67-BE38-4D5D-87A5-7677E216F891}" dt="2026-05-13T12:36:04.159" v="982" actId="680"/>
        <pc:sldMkLst>
          <pc:docMk/>
          <pc:sldMk cId="3533506459" sldId="763"/>
        </pc:sldMkLst>
      </pc:sldChg>
      <pc:sldChg chg="new">
        <pc:chgData name="Roy, S (Soumen)" userId="d8c84919-a745-4299-ae56-ef1314639c03" providerId="ADAL" clId="{2F7BBD67-BE38-4D5D-87A5-7677E216F891}" dt="2026-05-13T12:36:04.192" v="983" actId="680"/>
        <pc:sldMkLst>
          <pc:docMk/>
          <pc:sldMk cId="1236461627" sldId="764"/>
        </pc:sldMkLst>
      </pc:sldChg>
      <pc:sldChg chg="new">
        <pc:chgData name="Roy, S (Soumen)" userId="d8c84919-a745-4299-ae56-ef1314639c03" providerId="ADAL" clId="{2F7BBD67-BE38-4D5D-87A5-7677E216F891}" dt="2026-05-13T12:36:04.220" v="984" actId="680"/>
        <pc:sldMkLst>
          <pc:docMk/>
          <pc:sldMk cId="3233107231" sldId="765"/>
        </pc:sldMkLst>
      </pc:sldChg>
      <pc:sldChg chg="new">
        <pc:chgData name="Roy, S (Soumen)" userId="d8c84919-a745-4299-ae56-ef1314639c03" providerId="ADAL" clId="{2F7BBD67-BE38-4D5D-87A5-7677E216F891}" dt="2026-05-13T12:36:04.255" v="985" actId="680"/>
        <pc:sldMkLst>
          <pc:docMk/>
          <pc:sldMk cId="4264823541" sldId="766"/>
        </pc:sldMkLst>
      </pc:sldChg>
      <pc:sldChg chg="new">
        <pc:chgData name="Roy, S (Soumen)" userId="d8c84919-a745-4299-ae56-ef1314639c03" providerId="ADAL" clId="{2F7BBD67-BE38-4D5D-87A5-7677E216F891}" dt="2026-05-13T12:36:04.286" v="986" actId="680"/>
        <pc:sldMkLst>
          <pc:docMk/>
          <pc:sldMk cId="4061147322" sldId="767"/>
        </pc:sldMkLst>
      </pc:sldChg>
      <pc:sldChg chg="new">
        <pc:chgData name="Roy, S (Soumen)" userId="d8c84919-a745-4299-ae56-ef1314639c03" providerId="ADAL" clId="{2F7BBD67-BE38-4D5D-87A5-7677E216F891}" dt="2026-05-13T12:36:04.511" v="987" actId="680"/>
        <pc:sldMkLst>
          <pc:docMk/>
          <pc:sldMk cId="119503773" sldId="768"/>
        </pc:sldMkLst>
      </pc:sldChg>
      <pc:sldChg chg="new">
        <pc:chgData name="Roy, S (Soumen)" userId="d8c84919-a745-4299-ae56-ef1314639c03" providerId="ADAL" clId="{2F7BBD67-BE38-4D5D-87A5-7677E216F891}" dt="2026-05-13T12:36:05.021" v="988" actId="680"/>
        <pc:sldMkLst>
          <pc:docMk/>
          <pc:sldMk cId="309668959" sldId="769"/>
        </pc:sldMkLst>
      </pc:sldChg>
      <pc:sldChg chg="new">
        <pc:chgData name="Roy, S (Soumen)" userId="d8c84919-a745-4299-ae56-ef1314639c03" providerId="ADAL" clId="{2F7BBD67-BE38-4D5D-87A5-7677E216F891}" dt="2026-05-13T12:36:05.056" v="989" actId="680"/>
        <pc:sldMkLst>
          <pc:docMk/>
          <pc:sldMk cId="1612507444" sldId="770"/>
        </pc:sldMkLst>
      </pc:sldChg>
      <pc:sldChg chg="new">
        <pc:chgData name="Roy, S (Soumen)" userId="d8c84919-a745-4299-ae56-ef1314639c03" providerId="ADAL" clId="{2F7BBD67-BE38-4D5D-87A5-7677E216F891}" dt="2026-05-13T12:36:05.079" v="990" actId="680"/>
        <pc:sldMkLst>
          <pc:docMk/>
          <pc:sldMk cId="1181445957" sldId="771"/>
        </pc:sldMkLst>
      </pc:sldChg>
      <pc:sldChg chg="new">
        <pc:chgData name="Roy, S (Soumen)" userId="d8c84919-a745-4299-ae56-ef1314639c03" providerId="ADAL" clId="{2F7BBD67-BE38-4D5D-87A5-7677E216F891}" dt="2026-05-13T12:36:05.113" v="991" actId="680"/>
        <pc:sldMkLst>
          <pc:docMk/>
          <pc:sldMk cId="2678217740" sldId="772"/>
        </pc:sldMkLst>
      </pc:sldChg>
      <pc:sldChg chg="new">
        <pc:chgData name="Roy, S (Soumen)" userId="d8c84919-a745-4299-ae56-ef1314639c03" providerId="ADAL" clId="{2F7BBD67-BE38-4D5D-87A5-7677E216F891}" dt="2026-05-13T12:36:05.138" v="992" actId="680"/>
        <pc:sldMkLst>
          <pc:docMk/>
          <pc:sldMk cId="3502348377" sldId="773"/>
        </pc:sldMkLst>
      </pc:sldChg>
      <pc:sldChg chg="new">
        <pc:chgData name="Roy, S (Soumen)" userId="d8c84919-a745-4299-ae56-ef1314639c03" providerId="ADAL" clId="{2F7BBD67-BE38-4D5D-87A5-7677E216F891}" dt="2026-05-13T12:36:05.176" v="993" actId="680"/>
        <pc:sldMkLst>
          <pc:docMk/>
          <pc:sldMk cId="3501124836" sldId="774"/>
        </pc:sldMkLst>
      </pc:sldChg>
      <pc:sldChg chg="new">
        <pc:chgData name="Roy, S (Soumen)" userId="d8c84919-a745-4299-ae56-ef1314639c03" providerId="ADAL" clId="{2F7BBD67-BE38-4D5D-87A5-7677E216F891}" dt="2026-05-13T12:36:05.203" v="994" actId="680"/>
        <pc:sldMkLst>
          <pc:docMk/>
          <pc:sldMk cId="1107472868" sldId="775"/>
        </pc:sldMkLst>
      </pc:sldChg>
      <pc:sldChg chg="new">
        <pc:chgData name="Roy, S (Soumen)" userId="d8c84919-a745-4299-ae56-ef1314639c03" providerId="ADAL" clId="{2F7BBD67-BE38-4D5D-87A5-7677E216F891}" dt="2026-05-13T12:36:05.251" v="995" actId="680"/>
        <pc:sldMkLst>
          <pc:docMk/>
          <pc:sldMk cId="3921732633" sldId="776"/>
        </pc:sldMkLst>
      </pc:sldChg>
      <pc:sldChg chg="new">
        <pc:chgData name="Roy, S (Soumen)" userId="d8c84919-a745-4299-ae56-ef1314639c03" providerId="ADAL" clId="{2F7BBD67-BE38-4D5D-87A5-7677E216F891}" dt="2026-05-13T12:36:05.276" v="996" actId="680"/>
        <pc:sldMkLst>
          <pc:docMk/>
          <pc:sldMk cId="1300247548" sldId="777"/>
        </pc:sldMkLst>
      </pc:sldChg>
      <pc:sldChg chg="new">
        <pc:chgData name="Roy, S (Soumen)" userId="d8c84919-a745-4299-ae56-ef1314639c03" providerId="ADAL" clId="{2F7BBD67-BE38-4D5D-87A5-7677E216F891}" dt="2026-05-13T12:36:05.320" v="997" actId="680"/>
        <pc:sldMkLst>
          <pc:docMk/>
          <pc:sldMk cId="3612061163" sldId="778"/>
        </pc:sldMkLst>
      </pc:sldChg>
      <pc:sldChg chg="new">
        <pc:chgData name="Roy, S (Soumen)" userId="d8c84919-a745-4299-ae56-ef1314639c03" providerId="ADAL" clId="{2F7BBD67-BE38-4D5D-87A5-7677E216F891}" dt="2026-05-13T12:36:05.343" v="998" actId="680"/>
        <pc:sldMkLst>
          <pc:docMk/>
          <pc:sldMk cId="1736444343" sldId="779"/>
        </pc:sldMkLst>
      </pc:sldChg>
      <pc:sldChg chg="new">
        <pc:chgData name="Roy, S (Soumen)" userId="d8c84919-a745-4299-ae56-ef1314639c03" providerId="ADAL" clId="{2F7BBD67-BE38-4D5D-87A5-7677E216F891}" dt="2026-05-13T12:36:05.376" v="999" actId="680"/>
        <pc:sldMkLst>
          <pc:docMk/>
          <pc:sldMk cId="3652188345" sldId="780"/>
        </pc:sldMkLst>
      </pc:sldChg>
      <pc:sldChg chg="new">
        <pc:chgData name="Roy, S (Soumen)" userId="d8c84919-a745-4299-ae56-ef1314639c03" providerId="ADAL" clId="{2F7BBD67-BE38-4D5D-87A5-7677E216F891}" dt="2026-05-13T12:36:05.404" v="1000" actId="680"/>
        <pc:sldMkLst>
          <pc:docMk/>
          <pc:sldMk cId="238830112" sldId="781"/>
        </pc:sldMkLst>
      </pc:sldChg>
      <pc:sldChg chg="new">
        <pc:chgData name="Roy, S (Soumen)" userId="d8c84919-a745-4299-ae56-ef1314639c03" providerId="ADAL" clId="{2F7BBD67-BE38-4D5D-87A5-7677E216F891}" dt="2026-05-13T12:36:05.444" v="1001" actId="680"/>
        <pc:sldMkLst>
          <pc:docMk/>
          <pc:sldMk cId="1636846540" sldId="782"/>
        </pc:sldMkLst>
      </pc:sldChg>
      <pc:sldChg chg="new">
        <pc:chgData name="Roy, S (Soumen)" userId="d8c84919-a745-4299-ae56-ef1314639c03" providerId="ADAL" clId="{2F7BBD67-BE38-4D5D-87A5-7677E216F891}" dt="2026-05-13T12:36:05.470" v="1002" actId="680"/>
        <pc:sldMkLst>
          <pc:docMk/>
          <pc:sldMk cId="2589202389" sldId="783"/>
        </pc:sldMkLst>
      </pc:sldChg>
      <pc:sldChg chg="new">
        <pc:chgData name="Roy, S (Soumen)" userId="d8c84919-a745-4299-ae56-ef1314639c03" providerId="ADAL" clId="{2F7BBD67-BE38-4D5D-87A5-7677E216F891}" dt="2026-05-13T12:36:05.506" v="1003" actId="680"/>
        <pc:sldMkLst>
          <pc:docMk/>
          <pc:sldMk cId="3172562108" sldId="784"/>
        </pc:sldMkLst>
      </pc:sldChg>
      <pc:sldChg chg="new">
        <pc:chgData name="Roy, S (Soumen)" userId="d8c84919-a745-4299-ae56-ef1314639c03" providerId="ADAL" clId="{2F7BBD67-BE38-4D5D-87A5-7677E216F891}" dt="2026-05-13T12:36:05.550" v="1004" actId="680"/>
        <pc:sldMkLst>
          <pc:docMk/>
          <pc:sldMk cId="1455014689" sldId="785"/>
        </pc:sldMkLst>
      </pc:sldChg>
      <pc:sldChg chg="new">
        <pc:chgData name="Roy, S (Soumen)" userId="d8c84919-a745-4299-ae56-ef1314639c03" providerId="ADAL" clId="{2F7BBD67-BE38-4D5D-87A5-7677E216F891}" dt="2026-05-13T12:36:05.575" v="1005" actId="680"/>
        <pc:sldMkLst>
          <pc:docMk/>
          <pc:sldMk cId="1185375987" sldId="786"/>
        </pc:sldMkLst>
      </pc:sldChg>
      <pc:sldChg chg="new">
        <pc:chgData name="Roy, S (Soumen)" userId="d8c84919-a745-4299-ae56-ef1314639c03" providerId="ADAL" clId="{2F7BBD67-BE38-4D5D-87A5-7677E216F891}" dt="2026-05-13T12:36:05.611" v="1006" actId="680"/>
        <pc:sldMkLst>
          <pc:docMk/>
          <pc:sldMk cId="793419993" sldId="787"/>
        </pc:sldMkLst>
      </pc:sldChg>
      <pc:sldChg chg="new">
        <pc:chgData name="Roy, S (Soumen)" userId="d8c84919-a745-4299-ae56-ef1314639c03" providerId="ADAL" clId="{2F7BBD67-BE38-4D5D-87A5-7677E216F891}" dt="2026-05-13T12:36:05.646" v="1007" actId="680"/>
        <pc:sldMkLst>
          <pc:docMk/>
          <pc:sldMk cId="1275883706" sldId="788"/>
        </pc:sldMkLst>
      </pc:sldChg>
      <pc:sldChg chg="new">
        <pc:chgData name="Roy, S (Soumen)" userId="d8c84919-a745-4299-ae56-ef1314639c03" providerId="ADAL" clId="{2F7BBD67-BE38-4D5D-87A5-7677E216F891}" dt="2026-05-13T12:36:05.675" v="1008" actId="680"/>
        <pc:sldMkLst>
          <pc:docMk/>
          <pc:sldMk cId="1939331645" sldId="789"/>
        </pc:sldMkLst>
      </pc:sldChg>
      <pc:sldChg chg="new">
        <pc:chgData name="Roy, S (Soumen)" userId="d8c84919-a745-4299-ae56-ef1314639c03" providerId="ADAL" clId="{2F7BBD67-BE38-4D5D-87A5-7677E216F891}" dt="2026-05-13T12:36:05.701" v="1009" actId="680"/>
        <pc:sldMkLst>
          <pc:docMk/>
          <pc:sldMk cId="3874026483" sldId="790"/>
        </pc:sldMkLst>
      </pc:sldChg>
      <pc:sldChg chg="new">
        <pc:chgData name="Roy, S (Soumen)" userId="d8c84919-a745-4299-ae56-ef1314639c03" providerId="ADAL" clId="{2F7BBD67-BE38-4D5D-87A5-7677E216F891}" dt="2026-05-13T12:36:05.753" v="1010" actId="680"/>
        <pc:sldMkLst>
          <pc:docMk/>
          <pc:sldMk cId="3984225334" sldId="791"/>
        </pc:sldMkLst>
      </pc:sldChg>
      <pc:sldChg chg="new">
        <pc:chgData name="Roy, S (Soumen)" userId="d8c84919-a745-4299-ae56-ef1314639c03" providerId="ADAL" clId="{2F7BBD67-BE38-4D5D-87A5-7677E216F891}" dt="2026-05-13T12:36:05.788" v="1011" actId="680"/>
        <pc:sldMkLst>
          <pc:docMk/>
          <pc:sldMk cId="2128304186" sldId="792"/>
        </pc:sldMkLst>
      </pc:sldChg>
      <pc:sldChg chg="new">
        <pc:chgData name="Roy, S (Soumen)" userId="d8c84919-a745-4299-ae56-ef1314639c03" providerId="ADAL" clId="{2F7BBD67-BE38-4D5D-87A5-7677E216F891}" dt="2026-05-13T12:36:05.821" v="1012" actId="680"/>
        <pc:sldMkLst>
          <pc:docMk/>
          <pc:sldMk cId="2411267167" sldId="793"/>
        </pc:sldMkLst>
      </pc:sldChg>
      <pc:sldChg chg="new">
        <pc:chgData name="Roy, S (Soumen)" userId="d8c84919-a745-4299-ae56-ef1314639c03" providerId="ADAL" clId="{2F7BBD67-BE38-4D5D-87A5-7677E216F891}" dt="2026-05-13T12:36:05.854" v="1013" actId="680"/>
        <pc:sldMkLst>
          <pc:docMk/>
          <pc:sldMk cId="208254184" sldId="794"/>
        </pc:sldMkLst>
      </pc:sldChg>
      <pc:sldChg chg="new">
        <pc:chgData name="Roy, S (Soumen)" userId="d8c84919-a745-4299-ae56-ef1314639c03" providerId="ADAL" clId="{2F7BBD67-BE38-4D5D-87A5-7677E216F891}" dt="2026-05-13T12:36:05.883" v="1014" actId="680"/>
        <pc:sldMkLst>
          <pc:docMk/>
          <pc:sldMk cId="975277972" sldId="795"/>
        </pc:sldMkLst>
      </pc:sldChg>
      <pc:sldChg chg="new">
        <pc:chgData name="Roy, S (Soumen)" userId="d8c84919-a745-4299-ae56-ef1314639c03" providerId="ADAL" clId="{2F7BBD67-BE38-4D5D-87A5-7677E216F891}" dt="2026-05-13T12:36:05.908" v="1015" actId="680"/>
        <pc:sldMkLst>
          <pc:docMk/>
          <pc:sldMk cId="4044456921" sldId="796"/>
        </pc:sldMkLst>
      </pc:sldChg>
      <pc:sldChg chg="new">
        <pc:chgData name="Roy, S (Soumen)" userId="d8c84919-a745-4299-ae56-ef1314639c03" providerId="ADAL" clId="{2F7BBD67-BE38-4D5D-87A5-7677E216F891}" dt="2026-05-13T12:36:05.937" v="1016" actId="680"/>
        <pc:sldMkLst>
          <pc:docMk/>
          <pc:sldMk cId="851253698" sldId="797"/>
        </pc:sldMkLst>
      </pc:sldChg>
      <pc:sldChg chg="new">
        <pc:chgData name="Roy, S (Soumen)" userId="d8c84919-a745-4299-ae56-ef1314639c03" providerId="ADAL" clId="{2F7BBD67-BE38-4D5D-87A5-7677E216F891}" dt="2026-05-13T12:36:05.972" v="1017" actId="680"/>
        <pc:sldMkLst>
          <pc:docMk/>
          <pc:sldMk cId="3561148147" sldId="798"/>
        </pc:sldMkLst>
      </pc:sldChg>
      <pc:sldChg chg="new">
        <pc:chgData name="Roy, S (Soumen)" userId="d8c84919-a745-4299-ae56-ef1314639c03" providerId="ADAL" clId="{2F7BBD67-BE38-4D5D-87A5-7677E216F891}" dt="2026-05-13T12:36:05.998" v="1018" actId="680"/>
        <pc:sldMkLst>
          <pc:docMk/>
          <pc:sldMk cId="2052886953" sldId="799"/>
        </pc:sldMkLst>
      </pc:sldChg>
      <pc:sldChg chg="new">
        <pc:chgData name="Roy, S (Soumen)" userId="d8c84919-a745-4299-ae56-ef1314639c03" providerId="ADAL" clId="{2F7BBD67-BE38-4D5D-87A5-7677E216F891}" dt="2026-05-13T12:36:06.034" v="1019" actId="680"/>
        <pc:sldMkLst>
          <pc:docMk/>
          <pc:sldMk cId="4043247590" sldId="800"/>
        </pc:sldMkLst>
      </pc:sldChg>
      <pc:sldChg chg="new">
        <pc:chgData name="Roy, S (Soumen)" userId="d8c84919-a745-4299-ae56-ef1314639c03" providerId="ADAL" clId="{2F7BBD67-BE38-4D5D-87A5-7677E216F891}" dt="2026-05-13T12:36:06.061" v="1020" actId="680"/>
        <pc:sldMkLst>
          <pc:docMk/>
          <pc:sldMk cId="3385973850" sldId="801"/>
        </pc:sldMkLst>
      </pc:sldChg>
      <pc:sldChg chg="new">
        <pc:chgData name="Roy, S (Soumen)" userId="d8c84919-a745-4299-ae56-ef1314639c03" providerId="ADAL" clId="{2F7BBD67-BE38-4D5D-87A5-7677E216F891}" dt="2026-05-13T12:36:06.108" v="1021" actId="680"/>
        <pc:sldMkLst>
          <pc:docMk/>
          <pc:sldMk cId="3810287883" sldId="802"/>
        </pc:sldMkLst>
      </pc:sldChg>
      <pc:sldChg chg="new">
        <pc:chgData name="Roy, S (Soumen)" userId="d8c84919-a745-4299-ae56-ef1314639c03" providerId="ADAL" clId="{2F7BBD67-BE38-4D5D-87A5-7677E216F891}" dt="2026-05-13T12:36:06.142" v="1022" actId="680"/>
        <pc:sldMkLst>
          <pc:docMk/>
          <pc:sldMk cId="3083715449" sldId="803"/>
        </pc:sldMkLst>
      </pc:sldChg>
      <pc:sldChg chg="new">
        <pc:chgData name="Roy, S (Soumen)" userId="d8c84919-a745-4299-ae56-ef1314639c03" providerId="ADAL" clId="{2F7BBD67-BE38-4D5D-87A5-7677E216F891}" dt="2026-05-13T12:36:06.172" v="1023" actId="680"/>
        <pc:sldMkLst>
          <pc:docMk/>
          <pc:sldMk cId="4232774530" sldId="804"/>
        </pc:sldMkLst>
      </pc:sldChg>
      <pc:sldChg chg="new">
        <pc:chgData name="Roy, S (Soumen)" userId="d8c84919-a745-4299-ae56-ef1314639c03" providerId="ADAL" clId="{2F7BBD67-BE38-4D5D-87A5-7677E216F891}" dt="2026-05-13T12:36:06.203" v="1024" actId="680"/>
        <pc:sldMkLst>
          <pc:docMk/>
          <pc:sldMk cId="3028437895" sldId="805"/>
        </pc:sldMkLst>
      </pc:sldChg>
      <pc:sldChg chg="new">
        <pc:chgData name="Roy, S (Soumen)" userId="d8c84919-a745-4299-ae56-ef1314639c03" providerId="ADAL" clId="{2F7BBD67-BE38-4D5D-87A5-7677E216F891}" dt="2026-05-13T12:36:06.231" v="1025" actId="680"/>
        <pc:sldMkLst>
          <pc:docMk/>
          <pc:sldMk cId="4293580825" sldId="806"/>
        </pc:sldMkLst>
      </pc:sldChg>
      <pc:sldChg chg="new">
        <pc:chgData name="Roy, S (Soumen)" userId="d8c84919-a745-4299-ae56-ef1314639c03" providerId="ADAL" clId="{2F7BBD67-BE38-4D5D-87A5-7677E216F891}" dt="2026-05-13T12:36:06.267" v="1026" actId="680"/>
        <pc:sldMkLst>
          <pc:docMk/>
          <pc:sldMk cId="3812784630" sldId="807"/>
        </pc:sldMkLst>
      </pc:sldChg>
      <pc:sldChg chg="new">
        <pc:chgData name="Roy, S (Soumen)" userId="d8c84919-a745-4299-ae56-ef1314639c03" providerId="ADAL" clId="{2F7BBD67-BE38-4D5D-87A5-7677E216F891}" dt="2026-05-13T12:36:06.295" v="1027" actId="680"/>
        <pc:sldMkLst>
          <pc:docMk/>
          <pc:sldMk cId="2847658785" sldId="808"/>
        </pc:sldMkLst>
      </pc:sldChg>
      <pc:sldChg chg="new">
        <pc:chgData name="Roy, S (Soumen)" userId="d8c84919-a745-4299-ae56-ef1314639c03" providerId="ADAL" clId="{2F7BBD67-BE38-4D5D-87A5-7677E216F891}" dt="2026-05-13T12:36:06.331" v="1028" actId="680"/>
        <pc:sldMkLst>
          <pc:docMk/>
          <pc:sldMk cId="3861270731" sldId="809"/>
        </pc:sldMkLst>
      </pc:sldChg>
      <pc:sldChg chg="new">
        <pc:chgData name="Roy, S (Soumen)" userId="d8c84919-a745-4299-ae56-ef1314639c03" providerId="ADAL" clId="{2F7BBD67-BE38-4D5D-87A5-7677E216F891}" dt="2026-05-13T12:36:06.357" v="1029" actId="680"/>
        <pc:sldMkLst>
          <pc:docMk/>
          <pc:sldMk cId="2609853143" sldId="810"/>
        </pc:sldMkLst>
      </pc:sldChg>
      <pc:sldChg chg="new">
        <pc:chgData name="Roy, S (Soumen)" userId="d8c84919-a745-4299-ae56-ef1314639c03" providerId="ADAL" clId="{2F7BBD67-BE38-4D5D-87A5-7677E216F891}" dt="2026-05-13T12:36:06.418" v="1030" actId="680"/>
        <pc:sldMkLst>
          <pc:docMk/>
          <pc:sldMk cId="2043881205" sldId="811"/>
        </pc:sldMkLst>
      </pc:sldChg>
      <pc:sldChg chg="new">
        <pc:chgData name="Roy, S (Soumen)" userId="d8c84919-a745-4299-ae56-ef1314639c03" providerId="ADAL" clId="{2F7BBD67-BE38-4D5D-87A5-7677E216F891}" dt="2026-05-13T12:36:06.454" v="1031" actId="680"/>
        <pc:sldMkLst>
          <pc:docMk/>
          <pc:sldMk cId="537480520" sldId="812"/>
        </pc:sldMkLst>
      </pc:sldChg>
      <pc:sldChg chg="new">
        <pc:chgData name="Roy, S (Soumen)" userId="d8c84919-a745-4299-ae56-ef1314639c03" providerId="ADAL" clId="{2F7BBD67-BE38-4D5D-87A5-7677E216F891}" dt="2026-05-13T12:36:06.488" v="1032" actId="680"/>
        <pc:sldMkLst>
          <pc:docMk/>
          <pc:sldMk cId="2834155201" sldId="813"/>
        </pc:sldMkLst>
      </pc:sldChg>
      <pc:sldChg chg="new">
        <pc:chgData name="Roy, S (Soumen)" userId="d8c84919-a745-4299-ae56-ef1314639c03" providerId="ADAL" clId="{2F7BBD67-BE38-4D5D-87A5-7677E216F891}" dt="2026-05-13T12:36:06.521" v="1033" actId="680"/>
        <pc:sldMkLst>
          <pc:docMk/>
          <pc:sldMk cId="1635302070" sldId="814"/>
        </pc:sldMkLst>
      </pc:sldChg>
      <pc:sldChg chg="new">
        <pc:chgData name="Roy, S (Soumen)" userId="d8c84919-a745-4299-ae56-ef1314639c03" providerId="ADAL" clId="{2F7BBD67-BE38-4D5D-87A5-7677E216F891}" dt="2026-05-13T12:36:06.549" v="1034" actId="680"/>
        <pc:sldMkLst>
          <pc:docMk/>
          <pc:sldMk cId="4236116514" sldId="815"/>
        </pc:sldMkLst>
      </pc:sldChg>
      <pc:sldChg chg="new">
        <pc:chgData name="Roy, S (Soumen)" userId="d8c84919-a745-4299-ae56-ef1314639c03" providerId="ADAL" clId="{2F7BBD67-BE38-4D5D-87A5-7677E216F891}" dt="2026-05-13T12:36:06.576" v="1035" actId="680"/>
        <pc:sldMkLst>
          <pc:docMk/>
          <pc:sldMk cId="2899766938" sldId="816"/>
        </pc:sldMkLst>
      </pc:sldChg>
      <pc:sldChg chg="new">
        <pc:chgData name="Roy, S (Soumen)" userId="d8c84919-a745-4299-ae56-ef1314639c03" providerId="ADAL" clId="{2F7BBD67-BE38-4D5D-87A5-7677E216F891}" dt="2026-05-13T12:36:06.600" v="1036" actId="680"/>
        <pc:sldMkLst>
          <pc:docMk/>
          <pc:sldMk cId="3187988028" sldId="817"/>
        </pc:sldMkLst>
      </pc:sldChg>
      <pc:sldChg chg="new">
        <pc:chgData name="Roy, S (Soumen)" userId="d8c84919-a745-4299-ae56-ef1314639c03" providerId="ADAL" clId="{2F7BBD67-BE38-4D5D-87A5-7677E216F891}" dt="2026-05-13T12:36:06.626" v="1037" actId="680"/>
        <pc:sldMkLst>
          <pc:docMk/>
          <pc:sldMk cId="2780738140" sldId="818"/>
        </pc:sldMkLst>
      </pc:sldChg>
      <pc:sldChg chg="new">
        <pc:chgData name="Roy, S (Soumen)" userId="d8c84919-a745-4299-ae56-ef1314639c03" providerId="ADAL" clId="{2F7BBD67-BE38-4D5D-87A5-7677E216F891}" dt="2026-05-13T12:36:06.689" v="1038" actId="680"/>
        <pc:sldMkLst>
          <pc:docMk/>
          <pc:sldMk cId="1429641803" sldId="819"/>
        </pc:sldMkLst>
      </pc:sldChg>
      <pc:sldChg chg="new">
        <pc:chgData name="Roy, S (Soumen)" userId="d8c84919-a745-4299-ae56-ef1314639c03" providerId="ADAL" clId="{2F7BBD67-BE38-4D5D-87A5-7677E216F891}" dt="2026-05-13T12:36:06.717" v="1039" actId="680"/>
        <pc:sldMkLst>
          <pc:docMk/>
          <pc:sldMk cId="1393456132" sldId="820"/>
        </pc:sldMkLst>
      </pc:sldChg>
      <pc:sldChg chg="new">
        <pc:chgData name="Roy, S (Soumen)" userId="d8c84919-a745-4299-ae56-ef1314639c03" providerId="ADAL" clId="{2F7BBD67-BE38-4D5D-87A5-7677E216F891}" dt="2026-05-13T12:36:06.744" v="1040" actId="680"/>
        <pc:sldMkLst>
          <pc:docMk/>
          <pc:sldMk cId="2183567423" sldId="821"/>
        </pc:sldMkLst>
      </pc:sldChg>
      <pc:sldChg chg="new">
        <pc:chgData name="Roy, S (Soumen)" userId="d8c84919-a745-4299-ae56-ef1314639c03" providerId="ADAL" clId="{2F7BBD67-BE38-4D5D-87A5-7677E216F891}" dt="2026-05-13T12:36:06.772" v="1041" actId="680"/>
        <pc:sldMkLst>
          <pc:docMk/>
          <pc:sldMk cId="4181949472" sldId="822"/>
        </pc:sldMkLst>
      </pc:sldChg>
      <pc:sldChg chg="new">
        <pc:chgData name="Roy, S (Soumen)" userId="d8c84919-a745-4299-ae56-ef1314639c03" providerId="ADAL" clId="{2F7BBD67-BE38-4D5D-87A5-7677E216F891}" dt="2026-05-13T12:36:06.802" v="1042" actId="680"/>
        <pc:sldMkLst>
          <pc:docMk/>
          <pc:sldMk cId="4241909998" sldId="823"/>
        </pc:sldMkLst>
      </pc:sldChg>
      <pc:sldChg chg="new">
        <pc:chgData name="Roy, S (Soumen)" userId="d8c84919-a745-4299-ae56-ef1314639c03" providerId="ADAL" clId="{2F7BBD67-BE38-4D5D-87A5-7677E216F891}" dt="2026-05-13T12:36:06.829" v="1043" actId="680"/>
        <pc:sldMkLst>
          <pc:docMk/>
          <pc:sldMk cId="1899565588" sldId="824"/>
        </pc:sldMkLst>
      </pc:sldChg>
      <pc:sldChg chg="new">
        <pc:chgData name="Roy, S (Soumen)" userId="d8c84919-a745-4299-ae56-ef1314639c03" providerId="ADAL" clId="{2F7BBD67-BE38-4D5D-87A5-7677E216F891}" dt="2026-05-13T12:36:06.856" v="1044" actId="680"/>
        <pc:sldMkLst>
          <pc:docMk/>
          <pc:sldMk cId="1801057702" sldId="825"/>
        </pc:sldMkLst>
      </pc:sldChg>
      <pc:sldChg chg="new">
        <pc:chgData name="Roy, S (Soumen)" userId="d8c84919-a745-4299-ae56-ef1314639c03" providerId="ADAL" clId="{2F7BBD67-BE38-4D5D-87A5-7677E216F891}" dt="2026-05-13T12:36:06.894" v="1045" actId="680"/>
        <pc:sldMkLst>
          <pc:docMk/>
          <pc:sldMk cId="1431747209" sldId="826"/>
        </pc:sldMkLst>
      </pc:sldChg>
      <pc:sldChg chg="new">
        <pc:chgData name="Roy, S (Soumen)" userId="d8c84919-a745-4299-ae56-ef1314639c03" providerId="ADAL" clId="{2F7BBD67-BE38-4D5D-87A5-7677E216F891}" dt="2026-05-13T12:36:06.922" v="1046" actId="680"/>
        <pc:sldMkLst>
          <pc:docMk/>
          <pc:sldMk cId="4171034243" sldId="827"/>
        </pc:sldMkLst>
      </pc:sldChg>
      <pc:sldChg chg="new">
        <pc:chgData name="Roy, S (Soumen)" userId="d8c84919-a745-4299-ae56-ef1314639c03" providerId="ADAL" clId="{2F7BBD67-BE38-4D5D-87A5-7677E216F891}" dt="2026-05-13T12:36:06.974" v="1047" actId="680"/>
        <pc:sldMkLst>
          <pc:docMk/>
          <pc:sldMk cId="2795417262" sldId="828"/>
        </pc:sldMkLst>
      </pc:sldChg>
      <pc:sldChg chg="new">
        <pc:chgData name="Roy, S (Soumen)" userId="d8c84919-a745-4299-ae56-ef1314639c03" providerId="ADAL" clId="{2F7BBD67-BE38-4D5D-87A5-7677E216F891}" dt="2026-05-13T12:36:07" v="1048" actId="680"/>
        <pc:sldMkLst>
          <pc:docMk/>
          <pc:sldMk cId="1486821611" sldId="829"/>
        </pc:sldMkLst>
      </pc:sldChg>
      <pc:sldChg chg="new">
        <pc:chgData name="Roy, S (Soumen)" userId="d8c84919-a745-4299-ae56-ef1314639c03" providerId="ADAL" clId="{2F7BBD67-BE38-4D5D-87A5-7677E216F891}" dt="2026-05-13T12:36:07.029" v="1049" actId="680"/>
        <pc:sldMkLst>
          <pc:docMk/>
          <pc:sldMk cId="2988851058" sldId="830"/>
        </pc:sldMkLst>
      </pc:sldChg>
      <pc:sldChg chg="new">
        <pc:chgData name="Roy, S (Soumen)" userId="d8c84919-a745-4299-ae56-ef1314639c03" providerId="ADAL" clId="{2F7BBD67-BE38-4D5D-87A5-7677E216F891}" dt="2026-05-13T12:36:07.058" v="1050" actId="680"/>
        <pc:sldMkLst>
          <pc:docMk/>
          <pc:sldMk cId="108522049" sldId="831"/>
        </pc:sldMkLst>
      </pc:sldChg>
      <pc:sldChg chg="new">
        <pc:chgData name="Roy, S (Soumen)" userId="d8c84919-a745-4299-ae56-ef1314639c03" providerId="ADAL" clId="{2F7BBD67-BE38-4D5D-87A5-7677E216F891}" dt="2026-05-13T12:36:07.086" v="1051" actId="680"/>
        <pc:sldMkLst>
          <pc:docMk/>
          <pc:sldMk cId="2337565592" sldId="832"/>
        </pc:sldMkLst>
      </pc:sldChg>
      <pc:sldChg chg="new">
        <pc:chgData name="Roy, S (Soumen)" userId="d8c84919-a745-4299-ae56-ef1314639c03" providerId="ADAL" clId="{2F7BBD67-BE38-4D5D-87A5-7677E216F891}" dt="2026-05-13T12:36:07.132" v="1052" actId="680"/>
        <pc:sldMkLst>
          <pc:docMk/>
          <pc:sldMk cId="1017449351" sldId="833"/>
        </pc:sldMkLst>
      </pc:sldChg>
      <pc:sldChg chg="new">
        <pc:chgData name="Roy, S (Soumen)" userId="d8c84919-a745-4299-ae56-ef1314639c03" providerId="ADAL" clId="{2F7BBD67-BE38-4D5D-87A5-7677E216F891}" dt="2026-05-13T12:36:07.159" v="1053" actId="680"/>
        <pc:sldMkLst>
          <pc:docMk/>
          <pc:sldMk cId="2269490457" sldId="834"/>
        </pc:sldMkLst>
      </pc:sldChg>
      <pc:sldChg chg="new">
        <pc:chgData name="Roy, S (Soumen)" userId="d8c84919-a745-4299-ae56-ef1314639c03" providerId="ADAL" clId="{2F7BBD67-BE38-4D5D-87A5-7677E216F891}" dt="2026-05-13T12:36:07.207" v="1054" actId="680"/>
        <pc:sldMkLst>
          <pc:docMk/>
          <pc:sldMk cId="2856693981" sldId="835"/>
        </pc:sldMkLst>
      </pc:sldChg>
      <pc:sldChg chg="new">
        <pc:chgData name="Roy, S (Soumen)" userId="d8c84919-a745-4299-ae56-ef1314639c03" providerId="ADAL" clId="{2F7BBD67-BE38-4D5D-87A5-7677E216F891}" dt="2026-05-13T12:36:07.242" v="1055" actId="680"/>
        <pc:sldMkLst>
          <pc:docMk/>
          <pc:sldMk cId="369803970" sldId="836"/>
        </pc:sldMkLst>
      </pc:sldChg>
      <pc:sldChg chg="new">
        <pc:chgData name="Roy, S (Soumen)" userId="d8c84919-a745-4299-ae56-ef1314639c03" providerId="ADAL" clId="{2F7BBD67-BE38-4D5D-87A5-7677E216F891}" dt="2026-05-13T12:36:07.267" v="1056" actId="680"/>
        <pc:sldMkLst>
          <pc:docMk/>
          <pc:sldMk cId="2486389589" sldId="837"/>
        </pc:sldMkLst>
      </pc:sldChg>
      <pc:sldChg chg="new">
        <pc:chgData name="Roy, S (Soumen)" userId="d8c84919-a745-4299-ae56-ef1314639c03" providerId="ADAL" clId="{2F7BBD67-BE38-4D5D-87A5-7677E216F891}" dt="2026-05-13T12:36:07.296" v="1057" actId="680"/>
        <pc:sldMkLst>
          <pc:docMk/>
          <pc:sldMk cId="3970663378" sldId="838"/>
        </pc:sldMkLst>
      </pc:sldChg>
      <pc:sldChg chg="new">
        <pc:chgData name="Roy, S (Soumen)" userId="d8c84919-a745-4299-ae56-ef1314639c03" providerId="ADAL" clId="{2F7BBD67-BE38-4D5D-87A5-7677E216F891}" dt="2026-05-13T12:36:07.321" v="1058" actId="680"/>
        <pc:sldMkLst>
          <pc:docMk/>
          <pc:sldMk cId="2819616676" sldId="839"/>
        </pc:sldMkLst>
      </pc:sldChg>
      <pc:sldChg chg="new">
        <pc:chgData name="Roy, S (Soumen)" userId="d8c84919-a745-4299-ae56-ef1314639c03" providerId="ADAL" clId="{2F7BBD67-BE38-4D5D-87A5-7677E216F891}" dt="2026-05-13T12:36:07.367" v="1059" actId="680"/>
        <pc:sldMkLst>
          <pc:docMk/>
          <pc:sldMk cId="2628045742" sldId="840"/>
        </pc:sldMkLst>
      </pc:sldChg>
      <pc:sldChg chg="new">
        <pc:chgData name="Roy, S (Soumen)" userId="d8c84919-a745-4299-ae56-ef1314639c03" providerId="ADAL" clId="{2F7BBD67-BE38-4D5D-87A5-7677E216F891}" dt="2026-05-13T12:36:07.393" v="1060" actId="680"/>
        <pc:sldMkLst>
          <pc:docMk/>
          <pc:sldMk cId="568569437" sldId="841"/>
        </pc:sldMkLst>
      </pc:sldChg>
      <pc:sldChg chg="new">
        <pc:chgData name="Roy, S (Soumen)" userId="d8c84919-a745-4299-ae56-ef1314639c03" providerId="ADAL" clId="{2F7BBD67-BE38-4D5D-87A5-7677E216F891}" dt="2026-05-13T12:36:07.420" v="1061" actId="680"/>
        <pc:sldMkLst>
          <pc:docMk/>
          <pc:sldMk cId="3576123770" sldId="842"/>
        </pc:sldMkLst>
      </pc:sldChg>
      <pc:sldChg chg="new">
        <pc:chgData name="Roy, S (Soumen)" userId="d8c84919-a745-4299-ae56-ef1314639c03" providerId="ADAL" clId="{2F7BBD67-BE38-4D5D-87A5-7677E216F891}" dt="2026-05-13T12:36:07.469" v="1062" actId="680"/>
        <pc:sldMkLst>
          <pc:docMk/>
          <pc:sldMk cId="3788168329" sldId="843"/>
        </pc:sldMkLst>
      </pc:sldChg>
      <pc:sldChg chg="new">
        <pc:chgData name="Roy, S (Soumen)" userId="d8c84919-a745-4299-ae56-ef1314639c03" providerId="ADAL" clId="{2F7BBD67-BE38-4D5D-87A5-7677E216F891}" dt="2026-05-13T12:36:07.501" v="1063" actId="680"/>
        <pc:sldMkLst>
          <pc:docMk/>
          <pc:sldMk cId="1736509760" sldId="844"/>
        </pc:sldMkLst>
      </pc:sldChg>
      <pc:sldChg chg="new">
        <pc:chgData name="Roy, S (Soumen)" userId="d8c84919-a745-4299-ae56-ef1314639c03" providerId="ADAL" clId="{2F7BBD67-BE38-4D5D-87A5-7677E216F891}" dt="2026-05-13T12:36:07.526" v="1064" actId="680"/>
        <pc:sldMkLst>
          <pc:docMk/>
          <pc:sldMk cId="2867461331" sldId="845"/>
        </pc:sldMkLst>
      </pc:sldChg>
      <pc:sldChg chg="new">
        <pc:chgData name="Roy, S (Soumen)" userId="d8c84919-a745-4299-ae56-ef1314639c03" providerId="ADAL" clId="{2F7BBD67-BE38-4D5D-87A5-7677E216F891}" dt="2026-05-13T12:36:07.556" v="1065" actId="680"/>
        <pc:sldMkLst>
          <pc:docMk/>
          <pc:sldMk cId="2546617698" sldId="846"/>
        </pc:sldMkLst>
      </pc:sldChg>
      <pc:sldChg chg="new">
        <pc:chgData name="Roy, S (Soumen)" userId="d8c84919-a745-4299-ae56-ef1314639c03" providerId="ADAL" clId="{2F7BBD67-BE38-4D5D-87A5-7677E216F891}" dt="2026-05-13T12:36:07.597" v="1066" actId="680"/>
        <pc:sldMkLst>
          <pc:docMk/>
          <pc:sldMk cId="1444005053" sldId="847"/>
        </pc:sldMkLst>
      </pc:sldChg>
      <pc:sldChg chg="new">
        <pc:chgData name="Roy, S (Soumen)" userId="d8c84919-a745-4299-ae56-ef1314639c03" providerId="ADAL" clId="{2F7BBD67-BE38-4D5D-87A5-7677E216F891}" dt="2026-05-13T12:36:07.626" v="1067" actId="680"/>
        <pc:sldMkLst>
          <pc:docMk/>
          <pc:sldMk cId="3906588388" sldId="848"/>
        </pc:sldMkLst>
      </pc:sldChg>
      <pc:sldChg chg="new">
        <pc:chgData name="Roy, S (Soumen)" userId="d8c84919-a745-4299-ae56-ef1314639c03" providerId="ADAL" clId="{2F7BBD67-BE38-4D5D-87A5-7677E216F891}" dt="2026-05-13T12:36:07.653" v="1068" actId="680"/>
        <pc:sldMkLst>
          <pc:docMk/>
          <pc:sldMk cId="2987139857" sldId="849"/>
        </pc:sldMkLst>
      </pc:sldChg>
      <pc:sldChg chg="new">
        <pc:chgData name="Roy, S (Soumen)" userId="d8c84919-a745-4299-ae56-ef1314639c03" providerId="ADAL" clId="{2F7BBD67-BE38-4D5D-87A5-7677E216F891}" dt="2026-05-13T12:36:07.680" v="1069" actId="680"/>
        <pc:sldMkLst>
          <pc:docMk/>
          <pc:sldMk cId="1071577696" sldId="850"/>
        </pc:sldMkLst>
      </pc:sldChg>
      <pc:sldChg chg="new">
        <pc:chgData name="Roy, S (Soumen)" userId="d8c84919-a745-4299-ae56-ef1314639c03" providerId="ADAL" clId="{2F7BBD67-BE38-4D5D-87A5-7677E216F891}" dt="2026-05-13T12:36:07.747" v="1070" actId="680"/>
        <pc:sldMkLst>
          <pc:docMk/>
          <pc:sldMk cId="2002199331" sldId="851"/>
        </pc:sldMkLst>
      </pc:sldChg>
      <pc:sldChg chg="new">
        <pc:chgData name="Roy, S (Soumen)" userId="d8c84919-a745-4299-ae56-ef1314639c03" providerId="ADAL" clId="{2F7BBD67-BE38-4D5D-87A5-7677E216F891}" dt="2026-05-13T12:36:07.773" v="1071" actId="680"/>
        <pc:sldMkLst>
          <pc:docMk/>
          <pc:sldMk cId="2388305864" sldId="852"/>
        </pc:sldMkLst>
      </pc:sldChg>
      <pc:sldChg chg="new">
        <pc:chgData name="Roy, S (Soumen)" userId="d8c84919-a745-4299-ae56-ef1314639c03" providerId="ADAL" clId="{2F7BBD67-BE38-4D5D-87A5-7677E216F891}" dt="2026-05-13T12:36:07.801" v="1072" actId="680"/>
        <pc:sldMkLst>
          <pc:docMk/>
          <pc:sldMk cId="487817454" sldId="853"/>
        </pc:sldMkLst>
      </pc:sldChg>
      <pc:sldChg chg="new">
        <pc:chgData name="Roy, S (Soumen)" userId="d8c84919-a745-4299-ae56-ef1314639c03" providerId="ADAL" clId="{2F7BBD67-BE38-4D5D-87A5-7677E216F891}" dt="2026-05-13T12:36:07.829" v="1073" actId="680"/>
        <pc:sldMkLst>
          <pc:docMk/>
          <pc:sldMk cId="327748536" sldId="854"/>
        </pc:sldMkLst>
      </pc:sldChg>
      <pc:sldChg chg="new">
        <pc:chgData name="Roy, S (Soumen)" userId="d8c84919-a745-4299-ae56-ef1314639c03" providerId="ADAL" clId="{2F7BBD67-BE38-4D5D-87A5-7677E216F891}" dt="2026-05-13T12:36:07.855" v="1074" actId="680"/>
        <pc:sldMkLst>
          <pc:docMk/>
          <pc:sldMk cId="3706571700" sldId="855"/>
        </pc:sldMkLst>
      </pc:sldChg>
      <pc:sldChg chg="new">
        <pc:chgData name="Roy, S (Soumen)" userId="d8c84919-a745-4299-ae56-ef1314639c03" providerId="ADAL" clId="{2F7BBD67-BE38-4D5D-87A5-7677E216F891}" dt="2026-05-13T12:36:07.895" v="1075" actId="680"/>
        <pc:sldMkLst>
          <pc:docMk/>
          <pc:sldMk cId="1313138293" sldId="856"/>
        </pc:sldMkLst>
      </pc:sldChg>
      <pc:sldChg chg="new">
        <pc:chgData name="Roy, S (Soumen)" userId="d8c84919-a745-4299-ae56-ef1314639c03" providerId="ADAL" clId="{2F7BBD67-BE38-4D5D-87A5-7677E216F891}" dt="2026-05-13T12:36:07.922" v="1076" actId="680"/>
        <pc:sldMkLst>
          <pc:docMk/>
          <pc:sldMk cId="4190385349" sldId="857"/>
        </pc:sldMkLst>
      </pc:sldChg>
      <pc:sldChg chg="new">
        <pc:chgData name="Roy, S (Soumen)" userId="d8c84919-a745-4299-ae56-ef1314639c03" providerId="ADAL" clId="{2F7BBD67-BE38-4D5D-87A5-7677E216F891}" dt="2026-05-13T12:36:07.950" v="1077" actId="680"/>
        <pc:sldMkLst>
          <pc:docMk/>
          <pc:sldMk cId="2373244272" sldId="858"/>
        </pc:sldMkLst>
      </pc:sldChg>
      <pc:sldChg chg="new">
        <pc:chgData name="Roy, S (Soumen)" userId="d8c84919-a745-4299-ae56-ef1314639c03" providerId="ADAL" clId="{2F7BBD67-BE38-4D5D-87A5-7677E216F891}" dt="2026-05-13T12:36:07.981" v="1078" actId="680"/>
        <pc:sldMkLst>
          <pc:docMk/>
          <pc:sldMk cId="3275715444" sldId="859"/>
        </pc:sldMkLst>
      </pc:sldChg>
      <pc:sldChg chg="new">
        <pc:chgData name="Roy, S (Soumen)" userId="d8c84919-a745-4299-ae56-ef1314639c03" providerId="ADAL" clId="{2F7BBD67-BE38-4D5D-87A5-7677E216F891}" dt="2026-05-13T12:36:08.018" v="1079" actId="680"/>
        <pc:sldMkLst>
          <pc:docMk/>
          <pc:sldMk cId="2114719952" sldId="860"/>
        </pc:sldMkLst>
      </pc:sldChg>
      <pc:sldChg chg="new">
        <pc:chgData name="Roy, S (Soumen)" userId="d8c84919-a745-4299-ae56-ef1314639c03" providerId="ADAL" clId="{2F7BBD67-BE38-4D5D-87A5-7677E216F891}" dt="2026-05-13T12:36:08.044" v="1080" actId="680"/>
        <pc:sldMkLst>
          <pc:docMk/>
          <pc:sldMk cId="3938112463" sldId="861"/>
        </pc:sldMkLst>
      </pc:sldChg>
      <pc:sldChg chg="new">
        <pc:chgData name="Roy, S (Soumen)" userId="d8c84919-a745-4299-ae56-ef1314639c03" providerId="ADAL" clId="{2F7BBD67-BE38-4D5D-87A5-7677E216F891}" dt="2026-05-13T12:36:08.094" v="1081" actId="680"/>
        <pc:sldMkLst>
          <pc:docMk/>
          <pc:sldMk cId="1526373562" sldId="862"/>
        </pc:sldMkLst>
      </pc:sldChg>
      <pc:sldChg chg="new">
        <pc:chgData name="Roy, S (Soumen)" userId="d8c84919-a745-4299-ae56-ef1314639c03" providerId="ADAL" clId="{2F7BBD67-BE38-4D5D-87A5-7677E216F891}" dt="2026-05-13T12:36:08.123" v="1082" actId="680"/>
        <pc:sldMkLst>
          <pc:docMk/>
          <pc:sldMk cId="964695134" sldId="863"/>
        </pc:sldMkLst>
      </pc:sldChg>
      <pc:sldChg chg="new">
        <pc:chgData name="Roy, S (Soumen)" userId="d8c84919-a745-4299-ae56-ef1314639c03" providerId="ADAL" clId="{2F7BBD67-BE38-4D5D-87A5-7677E216F891}" dt="2026-05-13T12:36:08.155" v="1083" actId="680"/>
        <pc:sldMkLst>
          <pc:docMk/>
          <pc:sldMk cId="2494998455" sldId="864"/>
        </pc:sldMkLst>
      </pc:sldChg>
      <pc:sldChg chg="new">
        <pc:chgData name="Roy, S (Soumen)" userId="d8c84919-a745-4299-ae56-ef1314639c03" providerId="ADAL" clId="{2F7BBD67-BE38-4D5D-87A5-7677E216F891}" dt="2026-05-13T12:36:08.192" v="1084" actId="680"/>
        <pc:sldMkLst>
          <pc:docMk/>
          <pc:sldMk cId="2928146647" sldId="865"/>
        </pc:sldMkLst>
      </pc:sldChg>
      <pc:sldChg chg="new">
        <pc:chgData name="Roy, S (Soumen)" userId="d8c84919-a745-4299-ae56-ef1314639c03" providerId="ADAL" clId="{2F7BBD67-BE38-4D5D-87A5-7677E216F891}" dt="2026-05-13T12:36:08.225" v="1085" actId="680"/>
        <pc:sldMkLst>
          <pc:docMk/>
          <pc:sldMk cId="2659612616" sldId="866"/>
        </pc:sldMkLst>
      </pc:sldChg>
      <pc:sldChg chg="new">
        <pc:chgData name="Roy, S (Soumen)" userId="d8c84919-a745-4299-ae56-ef1314639c03" providerId="ADAL" clId="{2F7BBD67-BE38-4D5D-87A5-7677E216F891}" dt="2026-05-13T12:36:08.253" v="1086" actId="680"/>
        <pc:sldMkLst>
          <pc:docMk/>
          <pc:sldMk cId="674249985" sldId="867"/>
        </pc:sldMkLst>
      </pc:sldChg>
      <pc:sldChg chg="new">
        <pc:chgData name="Roy, S (Soumen)" userId="d8c84919-a745-4299-ae56-ef1314639c03" providerId="ADAL" clId="{2F7BBD67-BE38-4D5D-87A5-7677E216F891}" dt="2026-05-13T12:36:08.282" v="1087" actId="680"/>
        <pc:sldMkLst>
          <pc:docMk/>
          <pc:sldMk cId="4244715676" sldId="868"/>
        </pc:sldMkLst>
      </pc:sldChg>
      <pc:sldChg chg="new">
        <pc:chgData name="Roy, S (Soumen)" userId="d8c84919-a745-4299-ae56-ef1314639c03" providerId="ADAL" clId="{2F7BBD67-BE38-4D5D-87A5-7677E216F891}" dt="2026-05-13T12:36:08.313" v="1088" actId="680"/>
        <pc:sldMkLst>
          <pc:docMk/>
          <pc:sldMk cId="267331095" sldId="869"/>
        </pc:sldMkLst>
      </pc:sldChg>
      <pc:sldChg chg="new">
        <pc:chgData name="Roy, S (Soumen)" userId="d8c84919-a745-4299-ae56-ef1314639c03" providerId="ADAL" clId="{2F7BBD67-BE38-4D5D-87A5-7677E216F891}" dt="2026-05-13T12:36:08.349" v="1089" actId="680"/>
        <pc:sldMkLst>
          <pc:docMk/>
          <pc:sldMk cId="1491117117" sldId="870"/>
        </pc:sldMkLst>
      </pc:sldChg>
      <pc:sldChg chg="new">
        <pc:chgData name="Roy, S (Soumen)" userId="d8c84919-a745-4299-ae56-ef1314639c03" providerId="ADAL" clId="{2F7BBD67-BE38-4D5D-87A5-7677E216F891}" dt="2026-05-13T12:36:08.375" v="1090" actId="680"/>
        <pc:sldMkLst>
          <pc:docMk/>
          <pc:sldMk cId="2631978133" sldId="871"/>
        </pc:sldMkLst>
      </pc:sldChg>
      <pc:sldChg chg="new">
        <pc:chgData name="Roy, S (Soumen)" userId="d8c84919-a745-4299-ae56-ef1314639c03" providerId="ADAL" clId="{2F7BBD67-BE38-4D5D-87A5-7677E216F891}" dt="2026-05-13T12:36:08.415" v="1091" actId="680"/>
        <pc:sldMkLst>
          <pc:docMk/>
          <pc:sldMk cId="76379891" sldId="872"/>
        </pc:sldMkLst>
      </pc:sldChg>
      <pc:sldChg chg="new">
        <pc:chgData name="Roy, S (Soumen)" userId="d8c84919-a745-4299-ae56-ef1314639c03" providerId="ADAL" clId="{2F7BBD67-BE38-4D5D-87A5-7677E216F891}" dt="2026-05-13T12:36:08.444" v="1092" actId="680"/>
        <pc:sldMkLst>
          <pc:docMk/>
          <pc:sldMk cId="1284321707" sldId="873"/>
        </pc:sldMkLst>
      </pc:sldChg>
      <pc:sldChg chg="new">
        <pc:chgData name="Roy, S (Soumen)" userId="d8c84919-a745-4299-ae56-ef1314639c03" providerId="ADAL" clId="{2F7BBD67-BE38-4D5D-87A5-7677E216F891}" dt="2026-05-13T12:36:08.472" v="1093" actId="680"/>
        <pc:sldMkLst>
          <pc:docMk/>
          <pc:sldMk cId="688881318" sldId="874"/>
        </pc:sldMkLst>
      </pc:sldChg>
      <pc:sldChg chg="new">
        <pc:chgData name="Roy, S (Soumen)" userId="d8c84919-a745-4299-ae56-ef1314639c03" providerId="ADAL" clId="{2F7BBD67-BE38-4D5D-87A5-7677E216F891}" dt="2026-05-13T12:36:08.504" v="1094" actId="680"/>
        <pc:sldMkLst>
          <pc:docMk/>
          <pc:sldMk cId="3808185439" sldId="875"/>
        </pc:sldMkLst>
      </pc:sldChg>
      <pc:sldChg chg="new">
        <pc:chgData name="Roy, S (Soumen)" userId="d8c84919-a745-4299-ae56-ef1314639c03" providerId="ADAL" clId="{2F7BBD67-BE38-4D5D-87A5-7677E216F891}" dt="2026-05-13T12:36:08.552" v="1095" actId="680"/>
        <pc:sldMkLst>
          <pc:docMk/>
          <pc:sldMk cId="1057331696" sldId="876"/>
        </pc:sldMkLst>
      </pc:sldChg>
      <pc:sldChg chg="new">
        <pc:chgData name="Roy, S (Soumen)" userId="d8c84919-a745-4299-ae56-ef1314639c03" providerId="ADAL" clId="{2F7BBD67-BE38-4D5D-87A5-7677E216F891}" dt="2026-05-13T12:36:08.584" v="1096" actId="680"/>
        <pc:sldMkLst>
          <pc:docMk/>
          <pc:sldMk cId="328577102" sldId="877"/>
        </pc:sldMkLst>
      </pc:sldChg>
      <pc:sldChg chg="new">
        <pc:chgData name="Roy, S (Soumen)" userId="d8c84919-a745-4299-ae56-ef1314639c03" providerId="ADAL" clId="{2F7BBD67-BE38-4D5D-87A5-7677E216F891}" dt="2026-05-13T12:36:08.618" v="1097" actId="680"/>
        <pc:sldMkLst>
          <pc:docMk/>
          <pc:sldMk cId="2130463659" sldId="878"/>
        </pc:sldMkLst>
      </pc:sldChg>
      <pc:sldChg chg="new">
        <pc:chgData name="Roy, S (Soumen)" userId="d8c84919-a745-4299-ae56-ef1314639c03" providerId="ADAL" clId="{2F7BBD67-BE38-4D5D-87A5-7677E216F891}" dt="2026-05-13T12:36:08.645" v="1098" actId="680"/>
        <pc:sldMkLst>
          <pc:docMk/>
          <pc:sldMk cId="3874447362" sldId="879"/>
        </pc:sldMkLst>
      </pc:sldChg>
      <pc:sldChg chg="new">
        <pc:chgData name="Roy, S (Soumen)" userId="d8c84919-a745-4299-ae56-ef1314639c03" providerId="ADAL" clId="{2F7BBD67-BE38-4D5D-87A5-7677E216F891}" dt="2026-05-13T12:36:08.680" v="1099" actId="680"/>
        <pc:sldMkLst>
          <pc:docMk/>
          <pc:sldMk cId="1766516842" sldId="880"/>
        </pc:sldMkLst>
      </pc:sldChg>
      <pc:sldChg chg="new">
        <pc:chgData name="Roy, S (Soumen)" userId="d8c84919-a745-4299-ae56-ef1314639c03" providerId="ADAL" clId="{2F7BBD67-BE38-4D5D-87A5-7677E216F891}" dt="2026-05-13T12:36:08.711" v="1100" actId="680"/>
        <pc:sldMkLst>
          <pc:docMk/>
          <pc:sldMk cId="107727352" sldId="881"/>
        </pc:sldMkLst>
      </pc:sldChg>
      <pc:sldChg chg="new">
        <pc:chgData name="Roy, S (Soumen)" userId="d8c84919-a745-4299-ae56-ef1314639c03" providerId="ADAL" clId="{2F7BBD67-BE38-4D5D-87A5-7677E216F891}" dt="2026-05-13T12:36:08.741" v="1101" actId="680"/>
        <pc:sldMkLst>
          <pc:docMk/>
          <pc:sldMk cId="106036427" sldId="882"/>
        </pc:sldMkLst>
      </pc:sldChg>
      <pc:sldChg chg="new">
        <pc:chgData name="Roy, S (Soumen)" userId="d8c84919-a745-4299-ae56-ef1314639c03" providerId="ADAL" clId="{2F7BBD67-BE38-4D5D-87A5-7677E216F891}" dt="2026-05-13T12:36:08.769" v="1102" actId="680"/>
        <pc:sldMkLst>
          <pc:docMk/>
          <pc:sldMk cId="762372036" sldId="883"/>
        </pc:sldMkLst>
      </pc:sldChg>
      <pc:sldChg chg="new">
        <pc:chgData name="Roy, S (Soumen)" userId="d8c84919-a745-4299-ae56-ef1314639c03" providerId="ADAL" clId="{2F7BBD67-BE38-4D5D-87A5-7677E216F891}" dt="2026-05-13T12:36:08.799" v="1103" actId="680"/>
        <pc:sldMkLst>
          <pc:docMk/>
          <pc:sldMk cId="2634378578" sldId="884"/>
        </pc:sldMkLst>
      </pc:sldChg>
      <pc:sldChg chg="new">
        <pc:chgData name="Roy, S (Soumen)" userId="d8c84919-a745-4299-ae56-ef1314639c03" providerId="ADAL" clId="{2F7BBD67-BE38-4D5D-87A5-7677E216F891}" dt="2026-05-13T12:36:08.877" v="1104" actId="680"/>
        <pc:sldMkLst>
          <pc:docMk/>
          <pc:sldMk cId="2909419925" sldId="885"/>
        </pc:sldMkLst>
      </pc:sldChg>
      <pc:sldChg chg="new">
        <pc:chgData name="Roy, S (Soumen)" userId="d8c84919-a745-4299-ae56-ef1314639c03" providerId="ADAL" clId="{2F7BBD67-BE38-4D5D-87A5-7677E216F891}" dt="2026-05-13T12:36:08.918" v="1105" actId="680"/>
        <pc:sldMkLst>
          <pc:docMk/>
          <pc:sldMk cId="1494559344" sldId="886"/>
        </pc:sldMkLst>
      </pc:sldChg>
      <pc:sldChg chg="new">
        <pc:chgData name="Roy, S (Soumen)" userId="d8c84919-a745-4299-ae56-ef1314639c03" providerId="ADAL" clId="{2F7BBD67-BE38-4D5D-87A5-7677E216F891}" dt="2026-05-13T12:36:08.948" v="1106" actId="680"/>
        <pc:sldMkLst>
          <pc:docMk/>
          <pc:sldMk cId="3561208114" sldId="887"/>
        </pc:sldMkLst>
      </pc:sldChg>
      <pc:sldChg chg="new">
        <pc:chgData name="Roy, S (Soumen)" userId="d8c84919-a745-4299-ae56-ef1314639c03" providerId="ADAL" clId="{2F7BBD67-BE38-4D5D-87A5-7677E216F891}" dt="2026-05-13T12:36:08.979" v="1107" actId="680"/>
        <pc:sldMkLst>
          <pc:docMk/>
          <pc:sldMk cId="2034611104" sldId="888"/>
        </pc:sldMkLst>
      </pc:sldChg>
      <pc:sldChg chg="new">
        <pc:chgData name="Roy, S (Soumen)" userId="d8c84919-a745-4299-ae56-ef1314639c03" providerId="ADAL" clId="{2F7BBD67-BE38-4D5D-87A5-7677E216F891}" dt="2026-05-13T12:36:09.006" v="1108" actId="680"/>
        <pc:sldMkLst>
          <pc:docMk/>
          <pc:sldMk cId="373064240" sldId="889"/>
        </pc:sldMkLst>
      </pc:sldChg>
      <pc:sldChg chg="new">
        <pc:chgData name="Roy, S (Soumen)" userId="d8c84919-a745-4299-ae56-ef1314639c03" providerId="ADAL" clId="{2F7BBD67-BE38-4D5D-87A5-7677E216F891}" dt="2026-05-13T12:36:09.036" v="1109" actId="680"/>
        <pc:sldMkLst>
          <pc:docMk/>
          <pc:sldMk cId="3355687309" sldId="890"/>
        </pc:sldMkLst>
      </pc:sldChg>
      <pc:sldChg chg="new">
        <pc:chgData name="Roy, S (Soumen)" userId="d8c84919-a745-4299-ae56-ef1314639c03" providerId="ADAL" clId="{2F7BBD67-BE38-4D5D-87A5-7677E216F891}" dt="2026-05-13T12:36:09.065" v="1110" actId="680"/>
        <pc:sldMkLst>
          <pc:docMk/>
          <pc:sldMk cId="1357382155" sldId="891"/>
        </pc:sldMkLst>
      </pc:sldChg>
      <pc:sldChg chg="new">
        <pc:chgData name="Roy, S (Soumen)" userId="d8c84919-a745-4299-ae56-ef1314639c03" providerId="ADAL" clId="{2F7BBD67-BE38-4D5D-87A5-7677E216F891}" dt="2026-05-13T12:36:09.093" v="1111" actId="680"/>
        <pc:sldMkLst>
          <pc:docMk/>
          <pc:sldMk cId="774491717" sldId="892"/>
        </pc:sldMkLst>
      </pc:sldChg>
      <pc:sldChg chg="new">
        <pc:chgData name="Roy, S (Soumen)" userId="d8c84919-a745-4299-ae56-ef1314639c03" providerId="ADAL" clId="{2F7BBD67-BE38-4D5D-87A5-7677E216F891}" dt="2026-05-13T12:36:09.119" v="1112" actId="680"/>
        <pc:sldMkLst>
          <pc:docMk/>
          <pc:sldMk cId="990510588" sldId="893"/>
        </pc:sldMkLst>
      </pc:sldChg>
      <pc:sldChg chg="new">
        <pc:chgData name="Roy, S (Soumen)" userId="d8c84919-a745-4299-ae56-ef1314639c03" providerId="ADAL" clId="{2F7BBD67-BE38-4D5D-87A5-7677E216F891}" dt="2026-05-13T12:36:09.147" v="1113" actId="680"/>
        <pc:sldMkLst>
          <pc:docMk/>
          <pc:sldMk cId="973975233" sldId="894"/>
        </pc:sldMkLst>
      </pc:sldChg>
      <pc:sldChg chg="new">
        <pc:chgData name="Roy, S (Soumen)" userId="d8c84919-a745-4299-ae56-ef1314639c03" providerId="ADAL" clId="{2F7BBD67-BE38-4D5D-87A5-7677E216F891}" dt="2026-05-13T12:36:09.176" v="1114" actId="680"/>
        <pc:sldMkLst>
          <pc:docMk/>
          <pc:sldMk cId="4075959165" sldId="895"/>
        </pc:sldMkLst>
      </pc:sldChg>
      <pc:sldChg chg="new">
        <pc:chgData name="Roy, S (Soumen)" userId="d8c84919-a745-4299-ae56-ef1314639c03" providerId="ADAL" clId="{2F7BBD67-BE38-4D5D-87A5-7677E216F891}" dt="2026-05-13T12:36:09.207" v="1115" actId="680"/>
        <pc:sldMkLst>
          <pc:docMk/>
          <pc:sldMk cId="3149975705" sldId="896"/>
        </pc:sldMkLst>
      </pc:sldChg>
      <pc:sldChg chg="new">
        <pc:chgData name="Roy, S (Soumen)" userId="d8c84919-a745-4299-ae56-ef1314639c03" providerId="ADAL" clId="{2F7BBD67-BE38-4D5D-87A5-7677E216F891}" dt="2026-05-13T12:36:09.239" v="1116" actId="680"/>
        <pc:sldMkLst>
          <pc:docMk/>
          <pc:sldMk cId="2944196109" sldId="897"/>
        </pc:sldMkLst>
      </pc:sldChg>
      <pc:sldChg chg="new">
        <pc:chgData name="Roy, S (Soumen)" userId="d8c84919-a745-4299-ae56-ef1314639c03" providerId="ADAL" clId="{2F7BBD67-BE38-4D5D-87A5-7677E216F891}" dt="2026-05-13T12:36:09.271" v="1117" actId="680"/>
        <pc:sldMkLst>
          <pc:docMk/>
          <pc:sldMk cId="2703322378" sldId="898"/>
        </pc:sldMkLst>
      </pc:sldChg>
      <pc:sldChg chg="new">
        <pc:chgData name="Roy, S (Soumen)" userId="d8c84919-a745-4299-ae56-ef1314639c03" providerId="ADAL" clId="{2F7BBD67-BE38-4D5D-87A5-7677E216F891}" dt="2026-05-13T12:36:09.301" v="1118" actId="680"/>
        <pc:sldMkLst>
          <pc:docMk/>
          <pc:sldMk cId="1494599317" sldId="899"/>
        </pc:sldMkLst>
      </pc:sldChg>
      <pc:sldChg chg="new">
        <pc:chgData name="Roy, S (Soumen)" userId="d8c84919-a745-4299-ae56-ef1314639c03" providerId="ADAL" clId="{2F7BBD67-BE38-4D5D-87A5-7677E216F891}" dt="2026-05-13T12:36:09.333" v="1119" actId="680"/>
        <pc:sldMkLst>
          <pc:docMk/>
          <pc:sldMk cId="2483232615" sldId="900"/>
        </pc:sldMkLst>
      </pc:sldChg>
      <pc:sldChg chg="new">
        <pc:chgData name="Roy, S (Soumen)" userId="d8c84919-a745-4299-ae56-ef1314639c03" providerId="ADAL" clId="{2F7BBD67-BE38-4D5D-87A5-7677E216F891}" dt="2026-05-13T12:36:09.365" v="1120" actId="680"/>
        <pc:sldMkLst>
          <pc:docMk/>
          <pc:sldMk cId="3816292510" sldId="901"/>
        </pc:sldMkLst>
      </pc:sldChg>
      <pc:sldChg chg="new">
        <pc:chgData name="Roy, S (Soumen)" userId="d8c84919-a745-4299-ae56-ef1314639c03" providerId="ADAL" clId="{2F7BBD67-BE38-4D5D-87A5-7677E216F891}" dt="2026-05-13T12:36:09.398" v="1121" actId="680"/>
        <pc:sldMkLst>
          <pc:docMk/>
          <pc:sldMk cId="3845734492" sldId="902"/>
        </pc:sldMkLst>
      </pc:sldChg>
      <pc:sldChg chg="new">
        <pc:chgData name="Roy, S (Soumen)" userId="d8c84919-a745-4299-ae56-ef1314639c03" providerId="ADAL" clId="{2F7BBD67-BE38-4D5D-87A5-7677E216F891}" dt="2026-05-13T12:36:09.426" v="1122" actId="680"/>
        <pc:sldMkLst>
          <pc:docMk/>
          <pc:sldMk cId="1400925977" sldId="903"/>
        </pc:sldMkLst>
      </pc:sldChg>
      <pc:sldChg chg="new">
        <pc:chgData name="Roy, S (Soumen)" userId="d8c84919-a745-4299-ae56-ef1314639c03" providerId="ADAL" clId="{2F7BBD67-BE38-4D5D-87A5-7677E216F891}" dt="2026-05-13T12:36:09.488" v="1123" actId="680"/>
        <pc:sldMkLst>
          <pc:docMk/>
          <pc:sldMk cId="335396962" sldId="904"/>
        </pc:sldMkLst>
      </pc:sldChg>
      <pc:sldChg chg="new">
        <pc:chgData name="Roy, S (Soumen)" userId="d8c84919-a745-4299-ae56-ef1314639c03" providerId="ADAL" clId="{2F7BBD67-BE38-4D5D-87A5-7677E216F891}" dt="2026-05-13T12:36:09.528" v="1124" actId="680"/>
        <pc:sldMkLst>
          <pc:docMk/>
          <pc:sldMk cId="2307186728" sldId="905"/>
        </pc:sldMkLst>
      </pc:sldChg>
      <pc:sldChg chg="new">
        <pc:chgData name="Roy, S (Soumen)" userId="d8c84919-a745-4299-ae56-ef1314639c03" providerId="ADAL" clId="{2F7BBD67-BE38-4D5D-87A5-7677E216F891}" dt="2026-05-13T12:36:09.568" v="1125" actId="680"/>
        <pc:sldMkLst>
          <pc:docMk/>
          <pc:sldMk cId="1665775548" sldId="906"/>
        </pc:sldMkLst>
      </pc:sldChg>
      <pc:sldChg chg="new">
        <pc:chgData name="Roy, S (Soumen)" userId="d8c84919-a745-4299-ae56-ef1314639c03" providerId="ADAL" clId="{2F7BBD67-BE38-4D5D-87A5-7677E216F891}" dt="2026-05-13T12:36:09.596" v="1126" actId="680"/>
        <pc:sldMkLst>
          <pc:docMk/>
          <pc:sldMk cId="3275707417" sldId="907"/>
        </pc:sldMkLst>
      </pc:sldChg>
      <pc:sldChg chg="new">
        <pc:chgData name="Roy, S (Soumen)" userId="d8c84919-a745-4299-ae56-ef1314639c03" providerId="ADAL" clId="{2F7BBD67-BE38-4D5D-87A5-7677E216F891}" dt="2026-05-13T12:36:09.627" v="1127" actId="680"/>
        <pc:sldMkLst>
          <pc:docMk/>
          <pc:sldMk cId="1177085821" sldId="908"/>
        </pc:sldMkLst>
      </pc:sldChg>
      <pc:sldChg chg="new">
        <pc:chgData name="Roy, S (Soumen)" userId="d8c84919-a745-4299-ae56-ef1314639c03" providerId="ADAL" clId="{2F7BBD67-BE38-4D5D-87A5-7677E216F891}" dt="2026-05-13T12:36:09.663" v="1128" actId="680"/>
        <pc:sldMkLst>
          <pc:docMk/>
          <pc:sldMk cId="2728984937" sldId="909"/>
        </pc:sldMkLst>
      </pc:sldChg>
      <pc:sldChg chg="new">
        <pc:chgData name="Roy, S (Soumen)" userId="d8c84919-a745-4299-ae56-ef1314639c03" providerId="ADAL" clId="{2F7BBD67-BE38-4D5D-87A5-7677E216F891}" dt="2026-05-13T12:36:09.698" v="1129" actId="680"/>
        <pc:sldMkLst>
          <pc:docMk/>
          <pc:sldMk cId="3002739753" sldId="910"/>
        </pc:sldMkLst>
      </pc:sldChg>
      <pc:sldChg chg="new">
        <pc:chgData name="Roy, S (Soumen)" userId="d8c84919-a745-4299-ae56-ef1314639c03" providerId="ADAL" clId="{2F7BBD67-BE38-4D5D-87A5-7677E216F891}" dt="2026-05-13T12:36:09.734" v="1130" actId="680"/>
        <pc:sldMkLst>
          <pc:docMk/>
          <pc:sldMk cId="2094964499" sldId="911"/>
        </pc:sldMkLst>
      </pc:sldChg>
      <pc:sldChg chg="new">
        <pc:chgData name="Roy, S (Soumen)" userId="d8c84919-a745-4299-ae56-ef1314639c03" providerId="ADAL" clId="{2F7BBD67-BE38-4D5D-87A5-7677E216F891}" dt="2026-05-13T12:36:09.770" v="1131" actId="680"/>
        <pc:sldMkLst>
          <pc:docMk/>
          <pc:sldMk cId="3988998249" sldId="912"/>
        </pc:sldMkLst>
      </pc:sldChg>
      <pc:sldChg chg="new">
        <pc:chgData name="Roy, S (Soumen)" userId="d8c84919-a745-4299-ae56-ef1314639c03" providerId="ADAL" clId="{2F7BBD67-BE38-4D5D-87A5-7677E216F891}" dt="2026-05-13T12:36:09.824" v="1132" actId="680"/>
        <pc:sldMkLst>
          <pc:docMk/>
          <pc:sldMk cId="910189152" sldId="913"/>
        </pc:sldMkLst>
      </pc:sldChg>
      <pc:sldChg chg="new">
        <pc:chgData name="Roy, S (Soumen)" userId="d8c84919-a745-4299-ae56-ef1314639c03" providerId="ADAL" clId="{2F7BBD67-BE38-4D5D-87A5-7677E216F891}" dt="2026-05-13T12:36:09.867" v="1133" actId="680"/>
        <pc:sldMkLst>
          <pc:docMk/>
          <pc:sldMk cId="1813162557" sldId="914"/>
        </pc:sldMkLst>
      </pc:sldChg>
      <pc:sldChg chg="new">
        <pc:chgData name="Roy, S (Soumen)" userId="d8c84919-a745-4299-ae56-ef1314639c03" providerId="ADAL" clId="{2F7BBD67-BE38-4D5D-87A5-7677E216F891}" dt="2026-05-13T12:36:09.905" v="1134" actId="680"/>
        <pc:sldMkLst>
          <pc:docMk/>
          <pc:sldMk cId="2243796619" sldId="915"/>
        </pc:sldMkLst>
      </pc:sldChg>
      <pc:sldChg chg="new">
        <pc:chgData name="Roy, S (Soumen)" userId="d8c84919-a745-4299-ae56-ef1314639c03" providerId="ADAL" clId="{2F7BBD67-BE38-4D5D-87A5-7677E216F891}" dt="2026-05-13T12:36:09.949" v="1135" actId="680"/>
        <pc:sldMkLst>
          <pc:docMk/>
          <pc:sldMk cId="3137306225" sldId="916"/>
        </pc:sldMkLst>
      </pc:sldChg>
      <pc:sldChg chg="new">
        <pc:chgData name="Roy, S (Soumen)" userId="d8c84919-a745-4299-ae56-ef1314639c03" providerId="ADAL" clId="{2F7BBD67-BE38-4D5D-87A5-7677E216F891}" dt="2026-05-13T12:36:09.983" v="1136" actId="680"/>
        <pc:sldMkLst>
          <pc:docMk/>
          <pc:sldMk cId="304039218" sldId="917"/>
        </pc:sldMkLst>
      </pc:sldChg>
      <pc:sldChg chg="new">
        <pc:chgData name="Roy, S (Soumen)" userId="d8c84919-a745-4299-ae56-ef1314639c03" providerId="ADAL" clId="{2F7BBD67-BE38-4D5D-87A5-7677E216F891}" dt="2026-05-13T12:36:10.023" v="1137" actId="680"/>
        <pc:sldMkLst>
          <pc:docMk/>
          <pc:sldMk cId="3378698075" sldId="918"/>
        </pc:sldMkLst>
      </pc:sldChg>
      <pc:sldChg chg="new">
        <pc:chgData name="Roy, S (Soumen)" userId="d8c84919-a745-4299-ae56-ef1314639c03" providerId="ADAL" clId="{2F7BBD67-BE38-4D5D-87A5-7677E216F891}" dt="2026-05-13T12:36:10.061" v="1138" actId="680"/>
        <pc:sldMkLst>
          <pc:docMk/>
          <pc:sldMk cId="1447776304" sldId="919"/>
        </pc:sldMkLst>
      </pc:sldChg>
      <pc:sldChg chg="new">
        <pc:chgData name="Roy, S (Soumen)" userId="d8c84919-a745-4299-ae56-ef1314639c03" providerId="ADAL" clId="{2F7BBD67-BE38-4D5D-87A5-7677E216F891}" dt="2026-05-13T12:36:10.101" v="1139" actId="680"/>
        <pc:sldMkLst>
          <pc:docMk/>
          <pc:sldMk cId="2431372688" sldId="920"/>
        </pc:sldMkLst>
      </pc:sldChg>
      <pc:sldChg chg="new">
        <pc:chgData name="Roy, S (Soumen)" userId="d8c84919-a745-4299-ae56-ef1314639c03" providerId="ADAL" clId="{2F7BBD67-BE38-4D5D-87A5-7677E216F891}" dt="2026-05-13T12:36:10.141" v="1140" actId="680"/>
        <pc:sldMkLst>
          <pc:docMk/>
          <pc:sldMk cId="2649921984" sldId="921"/>
        </pc:sldMkLst>
      </pc:sldChg>
      <pc:sldChg chg="new">
        <pc:chgData name="Roy, S (Soumen)" userId="d8c84919-a745-4299-ae56-ef1314639c03" providerId="ADAL" clId="{2F7BBD67-BE38-4D5D-87A5-7677E216F891}" dt="2026-05-13T12:36:10.178" v="1141" actId="680"/>
        <pc:sldMkLst>
          <pc:docMk/>
          <pc:sldMk cId="4016524627" sldId="922"/>
        </pc:sldMkLst>
      </pc:sldChg>
      <pc:sldChg chg="new">
        <pc:chgData name="Roy, S (Soumen)" userId="d8c84919-a745-4299-ae56-ef1314639c03" providerId="ADAL" clId="{2F7BBD67-BE38-4D5D-87A5-7677E216F891}" dt="2026-05-13T12:36:10.211" v="1142" actId="680"/>
        <pc:sldMkLst>
          <pc:docMk/>
          <pc:sldMk cId="727062169" sldId="923"/>
        </pc:sldMkLst>
      </pc:sldChg>
      <pc:sldChg chg="new">
        <pc:chgData name="Roy, S (Soumen)" userId="d8c84919-a745-4299-ae56-ef1314639c03" providerId="ADAL" clId="{2F7BBD67-BE38-4D5D-87A5-7677E216F891}" dt="2026-05-13T12:36:10.245" v="1143" actId="680"/>
        <pc:sldMkLst>
          <pc:docMk/>
          <pc:sldMk cId="3466811170" sldId="924"/>
        </pc:sldMkLst>
      </pc:sldChg>
      <pc:sldChg chg="new">
        <pc:chgData name="Roy, S (Soumen)" userId="d8c84919-a745-4299-ae56-ef1314639c03" providerId="ADAL" clId="{2F7BBD67-BE38-4D5D-87A5-7677E216F891}" dt="2026-05-13T12:36:10.278" v="1144" actId="680"/>
        <pc:sldMkLst>
          <pc:docMk/>
          <pc:sldMk cId="2671391409" sldId="925"/>
        </pc:sldMkLst>
      </pc:sldChg>
      <pc:sldChg chg="new">
        <pc:chgData name="Roy, S (Soumen)" userId="d8c84919-a745-4299-ae56-ef1314639c03" providerId="ADAL" clId="{2F7BBD67-BE38-4D5D-87A5-7677E216F891}" dt="2026-05-13T12:36:10.316" v="1145" actId="680"/>
        <pc:sldMkLst>
          <pc:docMk/>
          <pc:sldMk cId="1899070878" sldId="926"/>
        </pc:sldMkLst>
      </pc:sldChg>
      <pc:sldChg chg="new">
        <pc:chgData name="Roy, S (Soumen)" userId="d8c84919-a745-4299-ae56-ef1314639c03" providerId="ADAL" clId="{2F7BBD67-BE38-4D5D-87A5-7677E216F891}" dt="2026-05-13T12:36:10.348" v="1146" actId="680"/>
        <pc:sldMkLst>
          <pc:docMk/>
          <pc:sldMk cId="3500309381" sldId="927"/>
        </pc:sldMkLst>
      </pc:sldChg>
      <pc:sldChg chg="new">
        <pc:chgData name="Roy, S (Soumen)" userId="d8c84919-a745-4299-ae56-ef1314639c03" providerId="ADAL" clId="{2F7BBD67-BE38-4D5D-87A5-7677E216F891}" dt="2026-05-13T12:36:10.380" v="1147" actId="680"/>
        <pc:sldMkLst>
          <pc:docMk/>
          <pc:sldMk cId="3492215619" sldId="928"/>
        </pc:sldMkLst>
      </pc:sldChg>
      <pc:sldChg chg="new">
        <pc:chgData name="Roy, S (Soumen)" userId="d8c84919-a745-4299-ae56-ef1314639c03" providerId="ADAL" clId="{2F7BBD67-BE38-4D5D-87A5-7677E216F891}" dt="2026-05-13T12:36:10.413" v="1148" actId="680"/>
        <pc:sldMkLst>
          <pc:docMk/>
          <pc:sldMk cId="919022440" sldId="929"/>
        </pc:sldMkLst>
      </pc:sldChg>
      <pc:sldChg chg="new">
        <pc:chgData name="Roy, S (Soumen)" userId="d8c84919-a745-4299-ae56-ef1314639c03" providerId="ADAL" clId="{2F7BBD67-BE38-4D5D-87A5-7677E216F891}" dt="2026-05-13T12:36:10.449" v="1149" actId="680"/>
        <pc:sldMkLst>
          <pc:docMk/>
          <pc:sldMk cId="3330948465" sldId="930"/>
        </pc:sldMkLst>
      </pc:sldChg>
      <pc:sldChg chg="new">
        <pc:chgData name="Roy, S (Soumen)" userId="d8c84919-a745-4299-ae56-ef1314639c03" providerId="ADAL" clId="{2F7BBD67-BE38-4D5D-87A5-7677E216F891}" dt="2026-05-13T12:36:10.480" v="1150" actId="680"/>
        <pc:sldMkLst>
          <pc:docMk/>
          <pc:sldMk cId="1174547580" sldId="931"/>
        </pc:sldMkLst>
      </pc:sldChg>
      <pc:sldChg chg="new">
        <pc:chgData name="Roy, S (Soumen)" userId="d8c84919-a745-4299-ae56-ef1314639c03" providerId="ADAL" clId="{2F7BBD67-BE38-4D5D-87A5-7677E216F891}" dt="2026-05-13T12:36:10.513" v="1151" actId="680"/>
        <pc:sldMkLst>
          <pc:docMk/>
          <pc:sldMk cId="440923781" sldId="932"/>
        </pc:sldMkLst>
      </pc:sldChg>
      <pc:sldChg chg="new">
        <pc:chgData name="Roy, S (Soumen)" userId="d8c84919-a745-4299-ae56-ef1314639c03" providerId="ADAL" clId="{2F7BBD67-BE38-4D5D-87A5-7677E216F891}" dt="2026-05-13T12:36:10.545" v="1152" actId="680"/>
        <pc:sldMkLst>
          <pc:docMk/>
          <pc:sldMk cId="3750653123" sldId="933"/>
        </pc:sldMkLst>
      </pc:sldChg>
      <pc:sldChg chg="new">
        <pc:chgData name="Roy, S (Soumen)" userId="d8c84919-a745-4299-ae56-ef1314639c03" providerId="ADAL" clId="{2F7BBD67-BE38-4D5D-87A5-7677E216F891}" dt="2026-05-13T12:36:10.581" v="1153" actId="680"/>
        <pc:sldMkLst>
          <pc:docMk/>
          <pc:sldMk cId="2474246207" sldId="934"/>
        </pc:sldMkLst>
      </pc:sldChg>
      <pc:sldChg chg="new">
        <pc:chgData name="Roy, S (Soumen)" userId="d8c84919-a745-4299-ae56-ef1314639c03" providerId="ADAL" clId="{2F7BBD67-BE38-4D5D-87A5-7677E216F891}" dt="2026-05-13T12:36:10.618" v="1154" actId="680"/>
        <pc:sldMkLst>
          <pc:docMk/>
          <pc:sldMk cId="2904658194" sldId="935"/>
        </pc:sldMkLst>
      </pc:sldChg>
      <pc:sldChg chg="new">
        <pc:chgData name="Roy, S (Soumen)" userId="d8c84919-a745-4299-ae56-ef1314639c03" providerId="ADAL" clId="{2F7BBD67-BE38-4D5D-87A5-7677E216F891}" dt="2026-05-13T12:36:10.653" v="1155" actId="680"/>
        <pc:sldMkLst>
          <pc:docMk/>
          <pc:sldMk cId="3894182483" sldId="936"/>
        </pc:sldMkLst>
      </pc:sldChg>
      <pc:sldChg chg="new">
        <pc:chgData name="Roy, S (Soumen)" userId="d8c84919-a745-4299-ae56-ef1314639c03" providerId="ADAL" clId="{2F7BBD67-BE38-4D5D-87A5-7677E216F891}" dt="2026-05-13T12:36:10.682" v="1156" actId="680"/>
        <pc:sldMkLst>
          <pc:docMk/>
          <pc:sldMk cId="3449381801" sldId="937"/>
        </pc:sldMkLst>
      </pc:sldChg>
      <pc:sldChg chg="new">
        <pc:chgData name="Roy, S (Soumen)" userId="d8c84919-a745-4299-ae56-ef1314639c03" providerId="ADAL" clId="{2F7BBD67-BE38-4D5D-87A5-7677E216F891}" dt="2026-05-13T12:36:10.719" v="1157" actId="680"/>
        <pc:sldMkLst>
          <pc:docMk/>
          <pc:sldMk cId="1555524507" sldId="938"/>
        </pc:sldMkLst>
      </pc:sldChg>
      <pc:sldChg chg="new">
        <pc:chgData name="Roy, S (Soumen)" userId="d8c84919-a745-4299-ae56-ef1314639c03" providerId="ADAL" clId="{2F7BBD67-BE38-4D5D-87A5-7677E216F891}" dt="2026-05-13T12:36:10.749" v="1158" actId="680"/>
        <pc:sldMkLst>
          <pc:docMk/>
          <pc:sldMk cId="3508258883" sldId="939"/>
        </pc:sldMkLst>
      </pc:sldChg>
      <pc:sldChg chg="new">
        <pc:chgData name="Roy, S (Soumen)" userId="d8c84919-a745-4299-ae56-ef1314639c03" providerId="ADAL" clId="{2F7BBD67-BE38-4D5D-87A5-7677E216F891}" dt="2026-05-13T12:36:10.786" v="1159" actId="680"/>
        <pc:sldMkLst>
          <pc:docMk/>
          <pc:sldMk cId="3015115112" sldId="940"/>
        </pc:sldMkLst>
      </pc:sldChg>
      <pc:sldChg chg="new">
        <pc:chgData name="Roy, S (Soumen)" userId="d8c84919-a745-4299-ae56-ef1314639c03" providerId="ADAL" clId="{2F7BBD67-BE38-4D5D-87A5-7677E216F891}" dt="2026-05-13T12:36:10.820" v="1160" actId="680"/>
        <pc:sldMkLst>
          <pc:docMk/>
          <pc:sldMk cId="2492269930" sldId="941"/>
        </pc:sldMkLst>
      </pc:sldChg>
      <pc:sldChg chg="new">
        <pc:chgData name="Roy, S (Soumen)" userId="d8c84919-a745-4299-ae56-ef1314639c03" providerId="ADAL" clId="{2F7BBD67-BE38-4D5D-87A5-7677E216F891}" dt="2026-05-13T12:36:10.855" v="1161" actId="680"/>
        <pc:sldMkLst>
          <pc:docMk/>
          <pc:sldMk cId="123303781" sldId="942"/>
        </pc:sldMkLst>
      </pc:sldChg>
      <pc:sldChg chg="new">
        <pc:chgData name="Roy, S (Soumen)" userId="d8c84919-a745-4299-ae56-ef1314639c03" providerId="ADAL" clId="{2F7BBD67-BE38-4D5D-87A5-7677E216F891}" dt="2026-05-13T12:36:10.887" v="1162" actId="680"/>
        <pc:sldMkLst>
          <pc:docMk/>
          <pc:sldMk cId="582778792" sldId="943"/>
        </pc:sldMkLst>
      </pc:sldChg>
      <pc:sldChg chg="new">
        <pc:chgData name="Roy, S (Soumen)" userId="d8c84919-a745-4299-ae56-ef1314639c03" providerId="ADAL" clId="{2F7BBD67-BE38-4D5D-87A5-7677E216F891}" dt="2026-05-13T12:36:10.923" v="1163" actId="680"/>
        <pc:sldMkLst>
          <pc:docMk/>
          <pc:sldMk cId="1719801689" sldId="944"/>
        </pc:sldMkLst>
      </pc:sldChg>
      <pc:sldChg chg="new">
        <pc:chgData name="Roy, S (Soumen)" userId="d8c84919-a745-4299-ae56-ef1314639c03" providerId="ADAL" clId="{2F7BBD67-BE38-4D5D-87A5-7677E216F891}" dt="2026-05-13T12:36:10.961" v="1164" actId="680"/>
        <pc:sldMkLst>
          <pc:docMk/>
          <pc:sldMk cId="2975020271" sldId="945"/>
        </pc:sldMkLst>
      </pc:sldChg>
      <pc:sldChg chg="new">
        <pc:chgData name="Roy, S (Soumen)" userId="d8c84919-a745-4299-ae56-ef1314639c03" providerId="ADAL" clId="{2F7BBD67-BE38-4D5D-87A5-7677E216F891}" dt="2026-05-13T12:36:10.998" v="1165" actId="680"/>
        <pc:sldMkLst>
          <pc:docMk/>
          <pc:sldMk cId="1249886211" sldId="946"/>
        </pc:sldMkLst>
      </pc:sldChg>
      <pc:sldChg chg="new">
        <pc:chgData name="Roy, S (Soumen)" userId="d8c84919-a745-4299-ae56-ef1314639c03" providerId="ADAL" clId="{2F7BBD67-BE38-4D5D-87A5-7677E216F891}" dt="2026-05-13T12:36:11.035" v="1166" actId="680"/>
        <pc:sldMkLst>
          <pc:docMk/>
          <pc:sldMk cId="3073566064" sldId="947"/>
        </pc:sldMkLst>
      </pc:sldChg>
      <pc:sldChg chg="new">
        <pc:chgData name="Roy, S (Soumen)" userId="d8c84919-a745-4299-ae56-ef1314639c03" providerId="ADAL" clId="{2F7BBD67-BE38-4D5D-87A5-7677E216F891}" dt="2026-05-13T12:36:11.068" v="1167" actId="680"/>
        <pc:sldMkLst>
          <pc:docMk/>
          <pc:sldMk cId="399747" sldId="948"/>
        </pc:sldMkLst>
      </pc:sldChg>
      <pc:sldChg chg="new">
        <pc:chgData name="Roy, S (Soumen)" userId="d8c84919-a745-4299-ae56-ef1314639c03" providerId="ADAL" clId="{2F7BBD67-BE38-4D5D-87A5-7677E216F891}" dt="2026-05-13T12:36:11.100" v="1168" actId="680"/>
        <pc:sldMkLst>
          <pc:docMk/>
          <pc:sldMk cId="281800895" sldId="949"/>
        </pc:sldMkLst>
      </pc:sldChg>
      <pc:sldChg chg="new">
        <pc:chgData name="Roy, S (Soumen)" userId="d8c84919-a745-4299-ae56-ef1314639c03" providerId="ADAL" clId="{2F7BBD67-BE38-4D5D-87A5-7677E216F891}" dt="2026-05-13T12:36:11.779" v="1169" actId="680"/>
        <pc:sldMkLst>
          <pc:docMk/>
          <pc:sldMk cId="890847047" sldId="950"/>
        </pc:sldMkLst>
      </pc:sldChg>
      <pc:sldChg chg="new">
        <pc:chgData name="Roy, S (Soumen)" userId="d8c84919-a745-4299-ae56-ef1314639c03" providerId="ADAL" clId="{2F7BBD67-BE38-4D5D-87A5-7677E216F891}" dt="2026-05-13T12:36:14.009" v="1170" actId="680"/>
        <pc:sldMkLst>
          <pc:docMk/>
          <pc:sldMk cId="579616102" sldId="951"/>
        </pc:sldMkLst>
      </pc:sldChg>
      <pc:sldChg chg="new">
        <pc:chgData name="Roy, S (Soumen)" userId="d8c84919-a745-4299-ae56-ef1314639c03" providerId="ADAL" clId="{2F7BBD67-BE38-4D5D-87A5-7677E216F891}" dt="2026-05-13T12:36:14.524" v="1171" actId="680"/>
        <pc:sldMkLst>
          <pc:docMk/>
          <pc:sldMk cId="2022638195" sldId="952"/>
        </pc:sldMkLst>
      </pc:sldChg>
      <pc:sldChg chg="new">
        <pc:chgData name="Roy, S (Soumen)" userId="d8c84919-a745-4299-ae56-ef1314639c03" providerId="ADAL" clId="{2F7BBD67-BE38-4D5D-87A5-7677E216F891}" dt="2026-05-13T12:36:14.555" v="1172" actId="680"/>
        <pc:sldMkLst>
          <pc:docMk/>
          <pc:sldMk cId="1298034336" sldId="953"/>
        </pc:sldMkLst>
      </pc:sldChg>
      <pc:sldChg chg="new">
        <pc:chgData name="Roy, S (Soumen)" userId="d8c84919-a745-4299-ae56-ef1314639c03" providerId="ADAL" clId="{2F7BBD67-BE38-4D5D-87A5-7677E216F891}" dt="2026-05-13T12:36:14.585" v="1173" actId="680"/>
        <pc:sldMkLst>
          <pc:docMk/>
          <pc:sldMk cId="852617992" sldId="954"/>
        </pc:sldMkLst>
      </pc:sldChg>
      <pc:sldChg chg="new">
        <pc:chgData name="Roy, S (Soumen)" userId="d8c84919-a745-4299-ae56-ef1314639c03" providerId="ADAL" clId="{2F7BBD67-BE38-4D5D-87A5-7677E216F891}" dt="2026-05-13T12:36:14.614" v="1174" actId="680"/>
        <pc:sldMkLst>
          <pc:docMk/>
          <pc:sldMk cId="4109384245" sldId="955"/>
        </pc:sldMkLst>
      </pc:sldChg>
      <pc:sldChg chg="new">
        <pc:chgData name="Roy, S (Soumen)" userId="d8c84919-a745-4299-ae56-ef1314639c03" providerId="ADAL" clId="{2F7BBD67-BE38-4D5D-87A5-7677E216F891}" dt="2026-05-13T12:36:14.645" v="1175" actId="680"/>
        <pc:sldMkLst>
          <pc:docMk/>
          <pc:sldMk cId="237567951" sldId="956"/>
        </pc:sldMkLst>
      </pc:sldChg>
      <pc:sldChg chg="new">
        <pc:chgData name="Roy, S (Soumen)" userId="d8c84919-a745-4299-ae56-ef1314639c03" providerId="ADAL" clId="{2F7BBD67-BE38-4D5D-87A5-7677E216F891}" dt="2026-05-13T12:36:14.672" v="1176" actId="680"/>
        <pc:sldMkLst>
          <pc:docMk/>
          <pc:sldMk cId="3931886229" sldId="957"/>
        </pc:sldMkLst>
      </pc:sldChg>
      <pc:sldChg chg="new">
        <pc:chgData name="Roy, S (Soumen)" userId="d8c84919-a745-4299-ae56-ef1314639c03" providerId="ADAL" clId="{2F7BBD67-BE38-4D5D-87A5-7677E216F891}" dt="2026-05-13T12:36:14.728" v="1177" actId="680"/>
        <pc:sldMkLst>
          <pc:docMk/>
          <pc:sldMk cId="3905008761" sldId="958"/>
        </pc:sldMkLst>
      </pc:sldChg>
      <pc:sldChg chg="new">
        <pc:chgData name="Roy, S (Soumen)" userId="d8c84919-a745-4299-ae56-ef1314639c03" providerId="ADAL" clId="{2F7BBD67-BE38-4D5D-87A5-7677E216F891}" dt="2026-05-13T12:36:14.763" v="1178" actId="680"/>
        <pc:sldMkLst>
          <pc:docMk/>
          <pc:sldMk cId="753419982" sldId="959"/>
        </pc:sldMkLst>
      </pc:sldChg>
      <pc:sldChg chg="new">
        <pc:chgData name="Roy, S (Soumen)" userId="d8c84919-a745-4299-ae56-ef1314639c03" providerId="ADAL" clId="{2F7BBD67-BE38-4D5D-87A5-7677E216F891}" dt="2026-05-13T12:36:14.796" v="1179" actId="680"/>
        <pc:sldMkLst>
          <pc:docMk/>
          <pc:sldMk cId="483950853" sldId="960"/>
        </pc:sldMkLst>
      </pc:sldChg>
      <pc:sldChg chg="new">
        <pc:chgData name="Roy, S (Soumen)" userId="d8c84919-a745-4299-ae56-ef1314639c03" providerId="ADAL" clId="{2F7BBD67-BE38-4D5D-87A5-7677E216F891}" dt="2026-05-13T12:36:14.830" v="1180" actId="680"/>
        <pc:sldMkLst>
          <pc:docMk/>
          <pc:sldMk cId="1335841470" sldId="961"/>
        </pc:sldMkLst>
      </pc:sldChg>
      <pc:sldChg chg="new">
        <pc:chgData name="Roy, S (Soumen)" userId="d8c84919-a745-4299-ae56-ef1314639c03" providerId="ADAL" clId="{2F7BBD67-BE38-4D5D-87A5-7677E216F891}" dt="2026-05-13T12:36:14.859" v="1181" actId="680"/>
        <pc:sldMkLst>
          <pc:docMk/>
          <pc:sldMk cId="1084013463" sldId="962"/>
        </pc:sldMkLst>
      </pc:sldChg>
      <pc:sldChg chg="new">
        <pc:chgData name="Roy, S (Soumen)" userId="d8c84919-a745-4299-ae56-ef1314639c03" providerId="ADAL" clId="{2F7BBD67-BE38-4D5D-87A5-7677E216F891}" dt="2026-05-13T12:36:14.888" v="1182" actId="680"/>
        <pc:sldMkLst>
          <pc:docMk/>
          <pc:sldMk cId="2252829344" sldId="963"/>
        </pc:sldMkLst>
      </pc:sldChg>
      <pc:sldChg chg="new">
        <pc:chgData name="Roy, S (Soumen)" userId="d8c84919-a745-4299-ae56-ef1314639c03" providerId="ADAL" clId="{2F7BBD67-BE38-4D5D-87A5-7677E216F891}" dt="2026-05-13T12:36:14.919" v="1183" actId="680"/>
        <pc:sldMkLst>
          <pc:docMk/>
          <pc:sldMk cId="159480137" sldId="964"/>
        </pc:sldMkLst>
      </pc:sldChg>
      <pc:sldChg chg="new">
        <pc:chgData name="Roy, S (Soumen)" userId="d8c84919-a745-4299-ae56-ef1314639c03" providerId="ADAL" clId="{2F7BBD67-BE38-4D5D-87A5-7677E216F891}" dt="2026-05-13T12:36:14.952" v="1184" actId="680"/>
        <pc:sldMkLst>
          <pc:docMk/>
          <pc:sldMk cId="2789130458" sldId="965"/>
        </pc:sldMkLst>
      </pc:sldChg>
      <pc:sldChg chg="new">
        <pc:chgData name="Roy, S (Soumen)" userId="d8c84919-a745-4299-ae56-ef1314639c03" providerId="ADAL" clId="{2F7BBD67-BE38-4D5D-87A5-7677E216F891}" dt="2026-05-13T12:36:14.981" v="1185" actId="680"/>
        <pc:sldMkLst>
          <pc:docMk/>
          <pc:sldMk cId="648972006" sldId="966"/>
        </pc:sldMkLst>
      </pc:sldChg>
      <pc:sldChg chg="new">
        <pc:chgData name="Roy, S (Soumen)" userId="d8c84919-a745-4299-ae56-ef1314639c03" providerId="ADAL" clId="{2F7BBD67-BE38-4D5D-87A5-7677E216F891}" dt="2026-05-13T12:36:15.014" v="1186" actId="680"/>
        <pc:sldMkLst>
          <pc:docMk/>
          <pc:sldMk cId="1415749222" sldId="967"/>
        </pc:sldMkLst>
      </pc:sldChg>
      <pc:sldChg chg="new">
        <pc:chgData name="Roy, S (Soumen)" userId="d8c84919-a745-4299-ae56-ef1314639c03" providerId="ADAL" clId="{2F7BBD67-BE38-4D5D-87A5-7677E216F891}" dt="2026-05-13T12:36:15.047" v="1187" actId="680"/>
        <pc:sldMkLst>
          <pc:docMk/>
          <pc:sldMk cId="1622978314" sldId="968"/>
        </pc:sldMkLst>
      </pc:sldChg>
      <pc:sldChg chg="new">
        <pc:chgData name="Roy, S (Soumen)" userId="d8c84919-a745-4299-ae56-ef1314639c03" providerId="ADAL" clId="{2F7BBD67-BE38-4D5D-87A5-7677E216F891}" dt="2026-05-13T12:36:19.068" v="1188" actId="680"/>
        <pc:sldMkLst>
          <pc:docMk/>
          <pc:sldMk cId="702154997" sldId="969"/>
        </pc:sldMkLst>
      </pc:sldChg>
      <pc:sldChg chg="new">
        <pc:chgData name="Roy, S (Soumen)" userId="d8c84919-a745-4299-ae56-ef1314639c03" providerId="ADAL" clId="{2F7BBD67-BE38-4D5D-87A5-7677E216F891}" dt="2026-05-13T12:36:19.709" v="1189" actId="680"/>
        <pc:sldMkLst>
          <pc:docMk/>
          <pc:sldMk cId="2978185806" sldId="970"/>
        </pc:sldMkLst>
      </pc:sldChg>
      <pc:sldChg chg="new">
        <pc:chgData name="Roy, S (Soumen)" userId="d8c84919-a745-4299-ae56-ef1314639c03" providerId="ADAL" clId="{2F7BBD67-BE38-4D5D-87A5-7677E216F891}" dt="2026-05-13T12:36:20.298" v="1190" actId="680"/>
        <pc:sldMkLst>
          <pc:docMk/>
          <pc:sldMk cId="2201815225" sldId="971"/>
        </pc:sldMkLst>
      </pc:sldChg>
      <pc:sldChg chg="new">
        <pc:chgData name="Roy, S (Soumen)" userId="d8c84919-a745-4299-ae56-ef1314639c03" providerId="ADAL" clId="{2F7BBD67-BE38-4D5D-87A5-7677E216F891}" dt="2026-05-13T12:36:22.433" v="1191" actId="680"/>
        <pc:sldMkLst>
          <pc:docMk/>
          <pc:sldMk cId="2670740925" sldId="972"/>
        </pc:sldMkLst>
      </pc:sldChg>
    </pc:docChg>
  </pc:docChgLst>
  <pc:docChgLst>
    <pc:chgData name="Basra, N (Navkaran)" userId="S::navkaran.basra@rabobank.com::93c03b70-87f2-4efd-a567-be6fb1b3681b" providerId="AD" clId="Web-{15637E31-78F5-4A5E-B0AA-CD450820D64C}"/>
    <pc:docChg chg="modSld">
      <pc:chgData name="Basra, N (Navkaran)" userId="S::navkaran.basra@rabobank.com::93c03b70-87f2-4efd-a567-be6fb1b3681b" providerId="AD" clId="Web-{15637E31-78F5-4A5E-B0AA-CD450820D64C}" dt="2026-05-13T12:33:19.679" v="14"/>
      <pc:docMkLst>
        <pc:docMk/>
      </pc:docMkLst>
      <pc:sldChg chg="addSp modSp">
        <pc:chgData name="Basra, N (Navkaran)" userId="S::navkaran.basra@rabobank.com::93c03b70-87f2-4efd-a567-be6fb1b3681b" providerId="AD" clId="Web-{15637E31-78F5-4A5E-B0AA-CD450820D64C}" dt="2026-05-13T12:32:05.238" v="1" actId="1076"/>
        <pc:sldMkLst>
          <pc:docMk/>
          <pc:sldMk cId="0" sldId="257"/>
        </pc:sldMkLst>
        <pc:picChg chg="add mod">
          <ac:chgData name="Basra, N (Navkaran)" userId="S::navkaran.basra@rabobank.com::93c03b70-87f2-4efd-a567-be6fb1b3681b" providerId="AD" clId="Web-{15637E31-78F5-4A5E-B0AA-CD450820D64C}" dt="2026-05-13T12:32:05.238" v="1" actId="1076"/>
          <ac:picMkLst>
            <pc:docMk/>
            <pc:sldMk cId="0" sldId="257"/>
            <ac:picMk id="8" creationId="{B92C88A1-FD7F-D5AD-AC6A-15BB5682100F}"/>
          </ac:picMkLst>
        </pc:picChg>
      </pc:sldChg>
      <pc:sldChg chg="addSp modSp">
        <pc:chgData name="Basra, N (Navkaran)" userId="S::navkaran.basra@rabobank.com::93c03b70-87f2-4efd-a567-be6fb1b3681b" providerId="AD" clId="Web-{15637E31-78F5-4A5E-B0AA-CD450820D64C}" dt="2026-05-13T12:32:14.348" v="3" actId="1076"/>
        <pc:sldMkLst>
          <pc:docMk/>
          <pc:sldMk cId="0" sldId="258"/>
        </pc:sldMkLst>
        <pc:picChg chg="add mod">
          <ac:chgData name="Basra, N (Navkaran)" userId="S::navkaran.basra@rabobank.com::93c03b70-87f2-4efd-a567-be6fb1b3681b" providerId="AD" clId="Web-{15637E31-78F5-4A5E-B0AA-CD450820D64C}" dt="2026-05-13T12:32:14.348" v="3" actId="1076"/>
          <ac:picMkLst>
            <pc:docMk/>
            <pc:sldMk cId="0" sldId="258"/>
            <ac:picMk id="4" creationId="{A38F416E-36A5-C79E-4EEF-12A2D311818F}"/>
          </ac:picMkLst>
        </pc:picChg>
      </pc:sldChg>
      <pc:sldChg chg="addSp modSp">
        <pc:chgData name="Basra, N (Navkaran)" userId="S::navkaran.basra@rabobank.com::93c03b70-87f2-4efd-a567-be6fb1b3681b" providerId="AD" clId="Web-{15637E31-78F5-4A5E-B0AA-CD450820D64C}" dt="2026-05-13T12:32:23.396" v="5" actId="1076"/>
        <pc:sldMkLst>
          <pc:docMk/>
          <pc:sldMk cId="0" sldId="259"/>
        </pc:sldMkLst>
        <pc:picChg chg="add mod">
          <ac:chgData name="Basra, N (Navkaran)" userId="S::navkaran.basra@rabobank.com::93c03b70-87f2-4efd-a567-be6fb1b3681b" providerId="AD" clId="Web-{15637E31-78F5-4A5E-B0AA-CD450820D64C}" dt="2026-05-13T12:32:23.396" v="5" actId="1076"/>
          <ac:picMkLst>
            <pc:docMk/>
            <pc:sldMk cId="0" sldId="259"/>
            <ac:picMk id="4" creationId="{9C8FDBC0-C9D6-76B1-8989-1F908950F580}"/>
          </ac:picMkLst>
        </pc:picChg>
      </pc:sldChg>
      <pc:sldChg chg="addSp modSp">
        <pc:chgData name="Basra, N (Navkaran)" userId="S::navkaran.basra@rabobank.com::93c03b70-87f2-4efd-a567-be6fb1b3681b" providerId="AD" clId="Web-{15637E31-78F5-4A5E-B0AA-CD450820D64C}" dt="2026-05-13T12:32:49.787" v="8" actId="14100"/>
        <pc:sldMkLst>
          <pc:docMk/>
          <pc:sldMk cId="0" sldId="260"/>
        </pc:sldMkLst>
        <pc:picChg chg="add mod">
          <ac:chgData name="Basra, N (Navkaran)" userId="S::navkaran.basra@rabobank.com::93c03b70-87f2-4efd-a567-be6fb1b3681b" providerId="AD" clId="Web-{15637E31-78F5-4A5E-B0AA-CD450820D64C}" dt="2026-05-13T12:32:49.787" v="8" actId="14100"/>
          <ac:picMkLst>
            <pc:docMk/>
            <pc:sldMk cId="0" sldId="260"/>
            <ac:picMk id="4" creationId="{7CDC3756-79E2-414B-8D39-DE9182262177}"/>
          </ac:picMkLst>
        </pc:picChg>
      </pc:sldChg>
      <pc:sldChg chg="addSp">
        <pc:chgData name="Basra, N (Navkaran)" userId="S::navkaran.basra@rabobank.com::93c03b70-87f2-4efd-a567-be6fb1b3681b" providerId="AD" clId="Web-{15637E31-78F5-4A5E-B0AA-CD450820D64C}" dt="2026-05-13T12:32:57.038" v="9"/>
        <pc:sldMkLst>
          <pc:docMk/>
          <pc:sldMk cId="0" sldId="264"/>
        </pc:sldMkLst>
        <pc:picChg chg="add">
          <ac:chgData name="Basra, N (Navkaran)" userId="S::navkaran.basra@rabobank.com::93c03b70-87f2-4efd-a567-be6fb1b3681b" providerId="AD" clId="Web-{15637E31-78F5-4A5E-B0AA-CD450820D64C}" dt="2026-05-13T12:32:57.038" v="9"/>
          <ac:picMkLst>
            <pc:docMk/>
            <pc:sldMk cId="0" sldId="264"/>
            <ac:picMk id="4" creationId="{C314281E-9804-B153-36A3-4C2CFBF18032}"/>
          </ac:picMkLst>
        </pc:picChg>
      </pc:sldChg>
      <pc:sldChg chg="addSp">
        <pc:chgData name="Basra, N (Navkaran)" userId="S::navkaran.basra@rabobank.com::93c03b70-87f2-4efd-a567-be6fb1b3681b" providerId="AD" clId="Web-{15637E31-78F5-4A5E-B0AA-CD450820D64C}" dt="2026-05-13T12:33:02.522" v="10"/>
        <pc:sldMkLst>
          <pc:docMk/>
          <pc:sldMk cId="0" sldId="266"/>
        </pc:sldMkLst>
        <pc:picChg chg="add">
          <ac:chgData name="Basra, N (Navkaran)" userId="S::navkaran.basra@rabobank.com::93c03b70-87f2-4efd-a567-be6fb1b3681b" providerId="AD" clId="Web-{15637E31-78F5-4A5E-B0AA-CD450820D64C}" dt="2026-05-13T12:33:02.522" v="10"/>
          <ac:picMkLst>
            <pc:docMk/>
            <pc:sldMk cId="0" sldId="266"/>
            <ac:picMk id="4" creationId="{23F3DD07-9709-E3FB-3B74-637A4DB83A6A}"/>
          </ac:picMkLst>
        </pc:picChg>
      </pc:sldChg>
      <pc:sldChg chg="addSp delSp">
        <pc:chgData name="Basra, N (Navkaran)" userId="S::navkaran.basra@rabobank.com::93c03b70-87f2-4efd-a567-be6fb1b3681b" providerId="AD" clId="Web-{15637E31-78F5-4A5E-B0AA-CD450820D64C}" dt="2026-05-13T12:33:15.726" v="13"/>
        <pc:sldMkLst>
          <pc:docMk/>
          <pc:sldMk cId="0" sldId="267"/>
        </pc:sldMkLst>
        <pc:picChg chg="add del">
          <ac:chgData name="Basra, N (Navkaran)" userId="S::navkaran.basra@rabobank.com::93c03b70-87f2-4efd-a567-be6fb1b3681b" providerId="AD" clId="Web-{15637E31-78F5-4A5E-B0AA-CD450820D64C}" dt="2026-05-13T12:33:15.726" v="13"/>
          <ac:picMkLst>
            <pc:docMk/>
            <pc:sldMk cId="0" sldId="267"/>
            <ac:picMk id="6" creationId="{10F53FD6-18D3-8EC7-ABA3-30023A4CFFA5}"/>
          </ac:picMkLst>
        </pc:picChg>
      </pc:sldChg>
      <pc:sldChg chg="addSp">
        <pc:chgData name="Basra, N (Navkaran)" userId="S::navkaran.basra@rabobank.com::93c03b70-87f2-4efd-a567-be6fb1b3681b" providerId="AD" clId="Web-{15637E31-78F5-4A5E-B0AA-CD450820D64C}" dt="2026-05-13T12:33:19.679" v="14"/>
        <pc:sldMkLst>
          <pc:docMk/>
          <pc:sldMk cId="0" sldId="269"/>
        </pc:sldMkLst>
        <pc:picChg chg="add">
          <ac:chgData name="Basra, N (Navkaran)" userId="S::navkaran.basra@rabobank.com::93c03b70-87f2-4efd-a567-be6fb1b3681b" providerId="AD" clId="Web-{15637E31-78F5-4A5E-B0AA-CD450820D64C}" dt="2026-05-13T12:33:19.679" v="14"/>
          <ac:picMkLst>
            <pc:docMk/>
            <pc:sldMk cId="0" sldId="269"/>
            <ac:picMk id="4" creationId="{92D280E4-32CD-092B-1605-336A191D37D8}"/>
          </ac:picMkLst>
        </pc:picChg>
      </pc:sldChg>
      <pc:sldChg chg="addSp">
        <pc:chgData name="Basra, N (Navkaran)" userId="S::navkaran.basra@rabobank.com::93c03b70-87f2-4efd-a567-be6fb1b3681b" providerId="AD" clId="Web-{15637E31-78F5-4A5E-B0AA-CD450820D64C}" dt="2026-05-13T12:33:07.023" v="11"/>
        <pc:sldMkLst>
          <pc:docMk/>
          <pc:sldMk cId="2584510194" sldId="275"/>
        </pc:sldMkLst>
        <pc:picChg chg="add">
          <ac:chgData name="Basra, N (Navkaran)" userId="S::navkaran.basra@rabobank.com::93c03b70-87f2-4efd-a567-be6fb1b3681b" providerId="AD" clId="Web-{15637E31-78F5-4A5E-B0AA-CD450820D64C}" dt="2026-05-13T12:33:07.023" v="11"/>
          <ac:picMkLst>
            <pc:docMk/>
            <pc:sldMk cId="2584510194" sldId="275"/>
            <ac:picMk id="4" creationId="{313C520B-12B8-5D0F-097A-6A13CC5A7F70}"/>
          </ac:picMkLst>
        </pc:picChg>
      </pc:sldChg>
    </pc:docChg>
  </pc:docChgLst>
</pc:chgInfo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4" Type="http://schemas.openxmlformats.org/officeDocument/2006/relationships/image" Target="../media/image14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4" Type="http://schemas.openxmlformats.org/officeDocument/2006/relationships/image" Target="../media/image14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62B1D3-0E09-4A8E-BD10-C2996D1C4C43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981EF2F-C03A-44AF-94A6-AE079F7F3732}">
      <dgm:prSet/>
      <dgm:spPr/>
      <dgm:t>
        <a:bodyPr/>
        <a:lstStyle/>
        <a:p>
          <a:r>
            <a:rPr lang="en-US"/>
            <a:t>Python + AI project for FX analysis</a:t>
          </a:r>
        </a:p>
      </dgm:t>
    </dgm:pt>
    <dgm:pt modelId="{4795A141-9A15-4FA8-B57F-D640DF244165}" type="parTrans" cxnId="{2E51C78B-3EA0-492E-BB09-4B3BBE9574DA}">
      <dgm:prSet/>
      <dgm:spPr/>
      <dgm:t>
        <a:bodyPr/>
        <a:lstStyle/>
        <a:p>
          <a:endParaRPr lang="en-US"/>
        </a:p>
      </dgm:t>
    </dgm:pt>
    <dgm:pt modelId="{0D507569-41FE-43F7-9A30-AAA52F7A61A0}" type="sibTrans" cxnId="{2E51C78B-3EA0-492E-BB09-4B3BBE9574DA}">
      <dgm:prSet/>
      <dgm:spPr/>
      <dgm:t>
        <a:bodyPr/>
        <a:lstStyle/>
        <a:p>
          <a:endParaRPr lang="en-US"/>
        </a:p>
      </dgm:t>
    </dgm:pt>
    <dgm:pt modelId="{26F70C34-6737-40C3-B6E1-2A672EDFD9DE}">
      <dgm:prSet/>
      <dgm:spPr/>
      <dgm:t>
        <a:bodyPr/>
        <a:lstStyle/>
        <a:p>
          <a:r>
            <a:rPr lang="en-US"/>
            <a:t>Using macroeconomic indicators to generate trading signals</a:t>
          </a:r>
        </a:p>
      </dgm:t>
    </dgm:pt>
    <dgm:pt modelId="{CC65FD6D-8142-40A5-897F-BCC3976B0A9F}" type="parTrans" cxnId="{32280439-AD3D-4857-9D6F-E95B3350AD9C}">
      <dgm:prSet/>
      <dgm:spPr/>
      <dgm:t>
        <a:bodyPr/>
        <a:lstStyle/>
        <a:p>
          <a:endParaRPr lang="en-US"/>
        </a:p>
      </dgm:t>
    </dgm:pt>
    <dgm:pt modelId="{98C285E3-B0E4-4DDB-9759-728D533EDDD3}" type="sibTrans" cxnId="{32280439-AD3D-4857-9D6F-E95B3350AD9C}">
      <dgm:prSet/>
      <dgm:spPr/>
      <dgm:t>
        <a:bodyPr/>
        <a:lstStyle/>
        <a:p>
          <a:endParaRPr lang="en-US"/>
        </a:p>
      </dgm:t>
    </dgm:pt>
    <dgm:pt modelId="{EE181EF4-D006-459F-922B-45CD363E6E0E}">
      <dgm:prSet/>
      <dgm:spPr/>
      <dgm:t>
        <a:bodyPr/>
        <a:lstStyle/>
        <a:p>
          <a:r>
            <a:rPr lang="en-GB"/>
            <a:t>https://raboexplorationfxmacro.streamlit.app/</a:t>
          </a:r>
          <a:endParaRPr lang="en-US"/>
        </a:p>
      </dgm:t>
    </dgm:pt>
    <dgm:pt modelId="{8FA889F1-4B72-448E-93F2-3D54F732E0E9}" type="parTrans" cxnId="{8F2BE3B2-D699-4B24-9141-35D08751F3E6}">
      <dgm:prSet/>
      <dgm:spPr/>
      <dgm:t>
        <a:bodyPr/>
        <a:lstStyle/>
        <a:p>
          <a:endParaRPr lang="en-GB"/>
        </a:p>
      </dgm:t>
    </dgm:pt>
    <dgm:pt modelId="{E0A0D66B-F0BE-421D-B07B-2D83F079C8B4}" type="sibTrans" cxnId="{8F2BE3B2-D699-4B24-9141-35D08751F3E6}">
      <dgm:prSet/>
      <dgm:spPr/>
      <dgm:t>
        <a:bodyPr/>
        <a:lstStyle/>
        <a:p>
          <a:endParaRPr lang="en-GB"/>
        </a:p>
      </dgm:t>
    </dgm:pt>
    <dgm:pt modelId="{D54A820A-83B5-4DCE-96F8-5D3E15D77938}" type="pres">
      <dgm:prSet presAssocID="{9D62B1D3-0E09-4A8E-BD10-C2996D1C4C43}" presName="linear" presStyleCnt="0">
        <dgm:presLayoutVars>
          <dgm:animLvl val="lvl"/>
          <dgm:resizeHandles val="exact"/>
        </dgm:presLayoutVars>
      </dgm:prSet>
      <dgm:spPr/>
    </dgm:pt>
    <dgm:pt modelId="{8D553DF6-868C-4B09-B7A7-AF9D0E59F2D1}" type="pres">
      <dgm:prSet presAssocID="{2981EF2F-C03A-44AF-94A6-AE079F7F373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747F75A-6474-4719-A29B-100D78BC5850}" type="pres">
      <dgm:prSet presAssocID="{0D507569-41FE-43F7-9A30-AAA52F7A61A0}" presName="spacer" presStyleCnt="0"/>
      <dgm:spPr/>
    </dgm:pt>
    <dgm:pt modelId="{35A69520-F204-43FD-8904-096B41C9014E}" type="pres">
      <dgm:prSet presAssocID="{26F70C34-6737-40C3-B6E1-2A672EDFD9D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E33D17B-EC82-4D67-B3D6-C184EF66B0FD}" type="pres">
      <dgm:prSet presAssocID="{98C285E3-B0E4-4DDB-9759-728D533EDDD3}" presName="spacer" presStyleCnt="0"/>
      <dgm:spPr/>
    </dgm:pt>
    <dgm:pt modelId="{3698BDF4-0F78-4B65-9B83-3CAC58058BEB}" type="pres">
      <dgm:prSet presAssocID="{EE181EF4-D006-459F-922B-45CD363E6E0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2280439-AD3D-4857-9D6F-E95B3350AD9C}" srcId="{9D62B1D3-0E09-4A8E-BD10-C2996D1C4C43}" destId="{26F70C34-6737-40C3-B6E1-2A672EDFD9DE}" srcOrd="1" destOrd="0" parTransId="{CC65FD6D-8142-40A5-897F-BCC3976B0A9F}" sibTransId="{98C285E3-B0E4-4DDB-9759-728D533EDDD3}"/>
    <dgm:cxn modelId="{11FE3062-2B5B-4A01-87C9-E72C09FB72DF}" type="presOf" srcId="{9D62B1D3-0E09-4A8E-BD10-C2996D1C4C43}" destId="{D54A820A-83B5-4DCE-96F8-5D3E15D77938}" srcOrd="0" destOrd="0" presId="urn:microsoft.com/office/officeart/2005/8/layout/vList2"/>
    <dgm:cxn modelId="{1478BB4D-030B-4BDA-8F95-F94ED8E0CF06}" type="presOf" srcId="{2981EF2F-C03A-44AF-94A6-AE079F7F3732}" destId="{8D553DF6-868C-4B09-B7A7-AF9D0E59F2D1}" srcOrd="0" destOrd="0" presId="urn:microsoft.com/office/officeart/2005/8/layout/vList2"/>
    <dgm:cxn modelId="{74D9FD78-5D50-4087-8FD5-CEF32CD7B727}" type="presOf" srcId="{EE181EF4-D006-459F-922B-45CD363E6E0E}" destId="{3698BDF4-0F78-4B65-9B83-3CAC58058BEB}" srcOrd="0" destOrd="0" presId="urn:microsoft.com/office/officeart/2005/8/layout/vList2"/>
    <dgm:cxn modelId="{2E51C78B-3EA0-492E-BB09-4B3BBE9574DA}" srcId="{9D62B1D3-0E09-4A8E-BD10-C2996D1C4C43}" destId="{2981EF2F-C03A-44AF-94A6-AE079F7F3732}" srcOrd="0" destOrd="0" parTransId="{4795A141-9A15-4FA8-B57F-D640DF244165}" sibTransId="{0D507569-41FE-43F7-9A30-AAA52F7A61A0}"/>
    <dgm:cxn modelId="{8F2BE3B2-D699-4B24-9141-35D08751F3E6}" srcId="{9D62B1D3-0E09-4A8E-BD10-C2996D1C4C43}" destId="{EE181EF4-D006-459F-922B-45CD363E6E0E}" srcOrd="2" destOrd="0" parTransId="{8FA889F1-4B72-448E-93F2-3D54F732E0E9}" sibTransId="{E0A0D66B-F0BE-421D-B07B-2D83F079C8B4}"/>
    <dgm:cxn modelId="{0A3F6AC0-8A22-4E5E-A0D2-AC369165891F}" type="presOf" srcId="{26F70C34-6737-40C3-B6E1-2A672EDFD9DE}" destId="{35A69520-F204-43FD-8904-096B41C9014E}" srcOrd="0" destOrd="0" presId="urn:microsoft.com/office/officeart/2005/8/layout/vList2"/>
    <dgm:cxn modelId="{9F761539-5B57-428D-8E9C-CF39EC141AD1}" type="presParOf" srcId="{D54A820A-83B5-4DCE-96F8-5D3E15D77938}" destId="{8D553DF6-868C-4B09-B7A7-AF9D0E59F2D1}" srcOrd="0" destOrd="0" presId="urn:microsoft.com/office/officeart/2005/8/layout/vList2"/>
    <dgm:cxn modelId="{FD0F69AA-4358-4C39-8203-FCA3C180EF4F}" type="presParOf" srcId="{D54A820A-83B5-4DCE-96F8-5D3E15D77938}" destId="{9747F75A-6474-4719-A29B-100D78BC5850}" srcOrd="1" destOrd="0" presId="urn:microsoft.com/office/officeart/2005/8/layout/vList2"/>
    <dgm:cxn modelId="{FF3195E6-DB42-4E2E-90CD-BECBCB6F4AE4}" type="presParOf" srcId="{D54A820A-83B5-4DCE-96F8-5D3E15D77938}" destId="{35A69520-F204-43FD-8904-096B41C9014E}" srcOrd="2" destOrd="0" presId="urn:microsoft.com/office/officeart/2005/8/layout/vList2"/>
    <dgm:cxn modelId="{38CDC1AD-B76E-4DD6-BB34-27AD3447D204}" type="presParOf" srcId="{D54A820A-83B5-4DCE-96F8-5D3E15D77938}" destId="{1E33D17B-EC82-4D67-B3D6-C184EF66B0FD}" srcOrd="3" destOrd="0" presId="urn:microsoft.com/office/officeart/2005/8/layout/vList2"/>
    <dgm:cxn modelId="{52FF81D3-6C8F-4AA9-BECB-BCBF4D3535C1}" type="presParOf" srcId="{D54A820A-83B5-4DCE-96F8-5D3E15D77938}" destId="{3698BDF4-0F78-4B65-9B83-3CAC58058BE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313C8A-A6F5-4679-B932-0E568D97C226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3033EE1-5F3F-453A-A921-7EABF237FF7F}">
      <dgm:prSet/>
      <dgm:spPr/>
      <dgm:t>
        <a:bodyPr/>
        <a:lstStyle/>
        <a:p>
          <a:r>
            <a:rPr lang="en-US"/>
            <a:t>FX markets react to macroeconomic data</a:t>
          </a:r>
        </a:p>
      </dgm:t>
    </dgm:pt>
    <dgm:pt modelId="{1E249C25-4639-4664-81E5-CA952C1856EC}" type="parTrans" cxnId="{44E37D67-D6CD-47C5-BDB5-316C97C6D8B1}">
      <dgm:prSet/>
      <dgm:spPr/>
      <dgm:t>
        <a:bodyPr/>
        <a:lstStyle/>
        <a:p>
          <a:endParaRPr lang="en-US"/>
        </a:p>
      </dgm:t>
    </dgm:pt>
    <dgm:pt modelId="{79216086-AFB8-4980-A5B1-42253DDADB6E}" type="sibTrans" cxnId="{44E37D67-D6CD-47C5-BDB5-316C97C6D8B1}">
      <dgm:prSet/>
      <dgm:spPr/>
      <dgm:t>
        <a:bodyPr/>
        <a:lstStyle/>
        <a:p>
          <a:endParaRPr lang="en-US"/>
        </a:p>
      </dgm:t>
    </dgm:pt>
    <dgm:pt modelId="{EC2D11CD-C6F7-406E-A0E2-1B71E4605C1D}">
      <dgm:prSet/>
      <dgm:spPr/>
      <dgm:t>
        <a:bodyPr/>
        <a:lstStyle/>
        <a:p>
          <a:r>
            <a:rPr lang="en-US"/>
            <a:t>Traders need systematic tools to analyse relationships</a:t>
          </a:r>
        </a:p>
      </dgm:t>
    </dgm:pt>
    <dgm:pt modelId="{BFE62D1E-0F19-4094-A13A-F06E3F086DD1}" type="parTrans" cxnId="{9760619F-726D-4484-8D62-99C936DFFB80}">
      <dgm:prSet/>
      <dgm:spPr/>
      <dgm:t>
        <a:bodyPr/>
        <a:lstStyle/>
        <a:p>
          <a:endParaRPr lang="en-US"/>
        </a:p>
      </dgm:t>
    </dgm:pt>
    <dgm:pt modelId="{82072804-0C8A-406F-9E59-9952FA7B1707}" type="sibTrans" cxnId="{9760619F-726D-4484-8D62-99C936DFFB80}">
      <dgm:prSet/>
      <dgm:spPr/>
      <dgm:t>
        <a:bodyPr/>
        <a:lstStyle/>
        <a:p>
          <a:endParaRPr lang="en-US"/>
        </a:p>
      </dgm:t>
    </dgm:pt>
    <dgm:pt modelId="{3EBD60C5-5D00-4CDD-A89C-01232ED674F2}" type="pres">
      <dgm:prSet presAssocID="{66313C8A-A6F5-4679-B932-0E568D97C226}" presName="linear" presStyleCnt="0">
        <dgm:presLayoutVars>
          <dgm:animLvl val="lvl"/>
          <dgm:resizeHandles val="exact"/>
        </dgm:presLayoutVars>
      </dgm:prSet>
      <dgm:spPr/>
    </dgm:pt>
    <dgm:pt modelId="{DE78AAAC-2C49-4FF7-8613-56C022F7DCC1}" type="pres">
      <dgm:prSet presAssocID="{13033EE1-5F3F-453A-A921-7EABF237FF7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48CC5AF-9017-4ACD-89E3-421993136880}" type="pres">
      <dgm:prSet presAssocID="{79216086-AFB8-4980-A5B1-42253DDADB6E}" presName="spacer" presStyleCnt="0"/>
      <dgm:spPr/>
    </dgm:pt>
    <dgm:pt modelId="{65847C1F-98B5-47B6-ABB9-DD925C79F58E}" type="pres">
      <dgm:prSet presAssocID="{EC2D11CD-C6F7-406E-A0E2-1B71E4605C1D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E6035665-B25B-4219-A19B-986AAAA0C467}" type="presOf" srcId="{13033EE1-5F3F-453A-A921-7EABF237FF7F}" destId="{DE78AAAC-2C49-4FF7-8613-56C022F7DCC1}" srcOrd="0" destOrd="0" presId="urn:microsoft.com/office/officeart/2005/8/layout/vList2"/>
    <dgm:cxn modelId="{44E37D67-D6CD-47C5-BDB5-316C97C6D8B1}" srcId="{66313C8A-A6F5-4679-B932-0E568D97C226}" destId="{13033EE1-5F3F-453A-A921-7EABF237FF7F}" srcOrd="0" destOrd="0" parTransId="{1E249C25-4639-4664-81E5-CA952C1856EC}" sibTransId="{79216086-AFB8-4980-A5B1-42253DDADB6E}"/>
    <dgm:cxn modelId="{492CC385-0AA0-42BA-820B-7D291141334D}" type="presOf" srcId="{66313C8A-A6F5-4679-B932-0E568D97C226}" destId="{3EBD60C5-5D00-4CDD-A89C-01232ED674F2}" srcOrd="0" destOrd="0" presId="urn:microsoft.com/office/officeart/2005/8/layout/vList2"/>
    <dgm:cxn modelId="{9760619F-726D-4484-8D62-99C936DFFB80}" srcId="{66313C8A-A6F5-4679-B932-0E568D97C226}" destId="{EC2D11CD-C6F7-406E-A0E2-1B71E4605C1D}" srcOrd="1" destOrd="0" parTransId="{BFE62D1E-0F19-4094-A13A-F06E3F086DD1}" sibTransId="{82072804-0C8A-406F-9E59-9952FA7B1707}"/>
    <dgm:cxn modelId="{E11469ED-DC1B-4E50-8FE0-B849E37294D4}" type="presOf" srcId="{EC2D11CD-C6F7-406E-A0E2-1B71E4605C1D}" destId="{65847C1F-98B5-47B6-ABB9-DD925C79F58E}" srcOrd="0" destOrd="0" presId="urn:microsoft.com/office/officeart/2005/8/layout/vList2"/>
    <dgm:cxn modelId="{83CCE451-40DF-4C8F-A601-800E144F31CC}" type="presParOf" srcId="{3EBD60C5-5D00-4CDD-A89C-01232ED674F2}" destId="{DE78AAAC-2C49-4FF7-8613-56C022F7DCC1}" srcOrd="0" destOrd="0" presId="urn:microsoft.com/office/officeart/2005/8/layout/vList2"/>
    <dgm:cxn modelId="{3AFD73FD-9AE4-4955-A3BA-144C84E6520F}" type="presParOf" srcId="{3EBD60C5-5D00-4CDD-A89C-01232ED674F2}" destId="{948CC5AF-9017-4ACD-89E3-421993136880}" srcOrd="1" destOrd="0" presId="urn:microsoft.com/office/officeart/2005/8/layout/vList2"/>
    <dgm:cxn modelId="{A0676F3F-EE4E-486D-B03E-0D4AC89D36B2}" type="presParOf" srcId="{3EBD60C5-5D00-4CDD-A89C-01232ED674F2}" destId="{65847C1F-98B5-47B6-ABB9-DD925C79F58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354C295-C283-4EF5-AA50-63D13AF5C7E4}" type="doc">
      <dgm:prSet loTypeId="urn:microsoft.com/office/officeart/2016/7/layout/VerticalDownArrowProcess" loCatId="process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4201D40-C433-47BA-9783-A8CFFB7862DB}">
      <dgm:prSet/>
      <dgm:spPr/>
      <dgm:t>
        <a:bodyPr/>
        <a:lstStyle/>
        <a:p>
          <a:r>
            <a:rPr lang="en-US"/>
            <a:t>Analyse</a:t>
          </a:r>
        </a:p>
      </dgm:t>
    </dgm:pt>
    <dgm:pt modelId="{B7486F7C-E83D-43A0-9D65-94C5F5CA812F}" type="parTrans" cxnId="{2D1EF165-B589-410D-AA98-9F9E0648C40D}">
      <dgm:prSet/>
      <dgm:spPr/>
      <dgm:t>
        <a:bodyPr/>
        <a:lstStyle/>
        <a:p>
          <a:endParaRPr lang="en-US"/>
        </a:p>
      </dgm:t>
    </dgm:pt>
    <dgm:pt modelId="{9EE67386-80AB-4503-923B-1AC40CCEBAF4}" type="sibTrans" cxnId="{2D1EF165-B589-410D-AA98-9F9E0648C40D}">
      <dgm:prSet/>
      <dgm:spPr/>
      <dgm:t>
        <a:bodyPr/>
        <a:lstStyle/>
        <a:p>
          <a:endParaRPr lang="en-US"/>
        </a:p>
      </dgm:t>
    </dgm:pt>
    <dgm:pt modelId="{A2D868E8-F5C5-499E-A049-39F45A783BDA}">
      <dgm:prSet/>
      <dgm:spPr/>
      <dgm:t>
        <a:bodyPr/>
        <a:lstStyle/>
        <a:p>
          <a:r>
            <a:rPr lang="en-US"/>
            <a:t>- Analyse FX vs macro relationships</a:t>
          </a:r>
        </a:p>
      </dgm:t>
    </dgm:pt>
    <dgm:pt modelId="{875615CA-8B77-4B02-9529-B074F6E6DC7E}" type="parTrans" cxnId="{033C8AFD-C829-45CD-9E95-A6AA23023566}">
      <dgm:prSet/>
      <dgm:spPr/>
      <dgm:t>
        <a:bodyPr/>
        <a:lstStyle/>
        <a:p>
          <a:endParaRPr lang="en-US"/>
        </a:p>
      </dgm:t>
    </dgm:pt>
    <dgm:pt modelId="{C3941182-DB44-4C9D-939F-1B52AF101F13}" type="sibTrans" cxnId="{033C8AFD-C829-45CD-9E95-A6AA23023566}">
      <dgm:prSet/>
      <dgm:spPr/>
      <dgm:t>
        <a:bodyPr/>
        <a:lstStyle/>
        <a:p>
          <a:endParaRPr lang="en-US"/>
        </a:p>
      </dgm:t>
    </dgm:pt>
    <dgm:pt modelId="{680D120F-23BE-48C5-A19B-231D0712009D}">
      <dgm:prSet/>
      <dgm:spPr/>
      <dgm:t>
        <a:bodyPr/>
        <a:lstStyle/>
        <a:p>
          <a:r>
            <a:rPr lang="en-US"/>
            <a:t>Identify</a:t>
          </a:r>
        </a:p>
      </dgm:t>
    </dgm:pt>
    <dgm:pt modelId="{51070DFF-8A86-4911-98D2-8A60D147E19A}" type="parTrans" cxnId="{ECB6D9D8-13F0-41AC-BEA9-F853994C9EAA}">
      <dgm:prSet/>
      <dgm:spPr/>
      <dgm:t>
        <a:bodyPr/>
        <a:lstStyle/>
        <a:p>
          <a:endParaRPr lang="en-US"/>
        </a:p>
      </dgm:t>
    </dgm:pt>
    <dgm:pt modelId="{53FE6DF8-778C-4583-B0E2-E965B888FC2D}" type="sibTrans" cxnId="{ECB6D9D8-13F0-41AC-BEA9-F853994C9EAA}">
      <dgm:prSet/>
      <dgm:spPr/>
      <dgm:t>
        <a:bodyPr/>
        <a:lstStyle/>
        <a:p>
          <a:endParaRPr lang="en-US"/>
        </a:p>
      </dgm:t>
    </dgm:pt>
    <dgm:pt modelId="{C5BB846B-AC49-4944-82D5-C07E4C143F87}">
      <dgm:prSet/>
      <dgm:spPr/>
      <dgm:t>
        <a:bodyPr/>
        <a:lstStyle/>
        <a:p>
          <a:r>
            <a:rPr lang="en-US"/>
            <a:t>- Identify leading indicators</a:t>
          </a:r>
        </a:p>
      </dgm:t>
    </dgm:pt>
    <dgm:pt modelId="{09D8C466-394B-4813-95C5-0343020ED650}" type="parTrans" cxnId="{FEF3F104-7F35-4D30-A794-40FF402435F3}">
      <dgm:prSet/>
      <dgm:spPr/>
      <dgm:t>
        <a:bodyPr/>
        <a:lstStyle/>
        <a:p>
          <a:endParaRPr lang="en-US"/>
        </a:p>
      </dgm:t>
    </dgm:pt>
    <dgm:pt modelId="{E3B6816E-1CEE-4015-BA2B-D66F8442970A}" type="sibTrans" cxnId="{FEF3F104-7F35-4D30-A794-40FF402435F3}">
      <dgm:prSet/>
      <dgm:spPr/>
      <dgm:t>
        <a:bodyPr/>
        <a:lstStyle/>
        <a:p>
          <a:endParaRPr lang="en-US"/>
        </a:p>
      </dgm:t>
    </dgm:pt>
    <dgm:pt modelId="{7D50DA87-DF1C-4302-B86F-2109C37F1CF3}">
      <dgm:prSet/>
      <dgm:spPr/>
      <dgm:t>
        <a:bodyPr/>
        <a:lstStyle/>
        <a:p>
          <a:r>
            <a:rPr lang="en-US"/>
            <a:t>Generate</a:t>
          </a:r>
        </a:p>
      </dgm:t>
    </dgm:pt>
    <dgm:pt modelId="{2D49F247-FEFD-4B2C-9DAA-E3B31E1E0119}" type="parTrans" cxnId="{B423EC68-EF94-4C6C-BDA3-AEDE72A5ED1E}">
      <dgm:prSet/>
      <dgm:spPr/>
      <dgm:t>
        <a:bodyPr/>
        <a:lstStyle/>
        <a:p>
          <a:endParaRPr lang="en-US"/>
        </a:p>
      </dgm:t>
    </dgm:pt>
    <dgm:pt modelId="{DF2AA382-4C1A-4F3E-A629-DF33E5255C38}" type="sibTrans" cxnId="{B423EC68-EF94-4C6C-BDA3-AEDE72A5ED1E}">
      <dgm:prSet/>
      <dgm:spPr/>
      <dgm:t>
        <a:bodyPr/>
        <a:lstStyle/>
        <a:p>
          <a:endParaRPr lang="en-US"/>
        </a:p>
      </dgm:t>
    </dgm:pt>
    <dgm:pt modelId="{789ABEF3-218B-4E1F-A8B4-65604ECB9804}">
      <dgm:prSet/>
      <dgm:spPr/>
      <dgm:t>
        <a:bodyPr/>
        <a:lstStyle/>
        <a:p>
          <a:r>
            <a:rPr lang="en-US"/>
            <a:t>- Generate trading signals</a:t>
          </a:r>
        </a:p>
      </dgm:t>
    </dgm:pt>
    <dgm:pt modelId="{1B3229EB-085F-4826-BF4B-DBA9ABF1D6E3}" type="parTrans" cxnId="{31995453-0489-469C-AA5E-8435D1B4B88D}">
      <dgm:prSet/>
      <dgm:spPr/>
      <dgm:t>
        <a:bodyPr/>
        <a:lstStyle/>
        <a:p>
          <a:endParaRPr lang="en-US"/>
        </a:p>
      </dgm:t>
    </dgm:pt>
    <dgm:pt modelId="{D1FED274-CB5C-42D3-B6C2-D5FCD376F8DD}" type="sibTrans" cxnId="{31995453-0489-469C-AA5E-8435D1B4B88D}">
      <dgm:prSet/>
      <dgm:spPr/>
      <dgm:t>
        <a:bodyPr/>
        <a:lstStyle/>
        <a:p>
          <a:endParaRPr lang="en-US"/>
        </a:p>
      </dgm:t>
    </dgm:pt>
    <dgm:pt modelId="{997FD787-10A6-495E-8B5C-C9C277ABF924}" type="pres">
      <dgm:prSet presAssocID="{0354C295-C283-4EF5-AA50-63D13AF5C7E4}" presName="Name0" presStyleCnt="0">
        <dgm:presLayoutVars>
          <dgm:dir/>
          <dgm:animLvl val="lvl"/>
          <dgm:resizeHandles val="exact"/>
        </dgm:presLayoutVars>
      </dgm:prSet>
      <dgm:spPr/>
    </dgm:pt>
    <dgm:pt modelId="{04ACF7AA-D655-476A-BC22-D9C15177E44A}" type="pres">
      <dgm:prSet presAssocID="{7D50DA87-DF1C-4302-B86F-2109C37F1CF3}" presName="boxAndChildren" presStyleCnt="0"/>
      <dgm:spPr/>
    </dgm:pt>
    <dgm:pt modelId="{3740685D-E809-4C55-A055-1EF64CB1C046}" type="pres">
      <dgm:prSet presAssocID="{7D50DA87-DF1C-4302-B86F-2109C37F1CF3}" presName="parentTextBox" presStyleLbl="alignNode1" presStyleIdx="0" presStyleCnt="3"/>
      <dgm:spPr/>
    </dgm:pt>
    <dgm:pt modelId="{03B60351-E57C-4600-901E-3FBC5454DCEF}" type="pres">
      <dgm:prSet presAssocID="{7D50DA87-DF1C-4302-B86F-2109C37F1CF3}" presName="descendantBox" presStyleLbl="bgAccFollowNode1" presStyleIdx="0" presStyleCnt="3"/>
      <dgm:spPr/>
    </dgm:pt>
    <dgm:pt modelId="{3AD7A2B1-9B7A-439D-8746-7CAA78C26116}" type="pres">
      <dgm:prSet presAssocID="{53FE6DF8-778C-4583-B0E2-E965B888FC2D}" presName="sp" presStyleCnt="0"/>
      <dgm:spPr/>
    </dgm:pt>
    <dgm:pt modelId="{F7BF9B74-ACE4-4114-B24D-9ECE49EBC164}" type="pres">
      <dgm:prSet presAssocID="{680D120F-23BE-48C5-A19B-231D0712009D}" presName="arrowAndChildren" presStyleCnt="0"/>
      <dgm:spPr/>
    </dgm:pt>
    <dgm:pt modelId="{2ED61A78-811D-4AFB-973E-0AC18DE544D0}" type="pres">
      <dgm:prSet presAssocID="{680D120F-23BE-48C5-A19B-231D0712009D}" presName="parentTextArrow" presStyleLbl="node1" presStyleIdx="0" presStyleCnt="0"/>
      <dgm:spPr/>
    </dgm:pt>
    <dgm:pt modelId="{2A9A66DE-D1C4-4CF6-BB2F-CD886D33A1A3}" type="pres">
      <dgm:prSet presAssocID="{680D120F-23BE-48C5-A19B-231D0712009D}" presName="arrow" presStyleLbl="alignNode1" presStyleIdx="1" presStyleCnt="3"/>
      <dgm:spPr/>
    </dgm:pt>
    <dgm:pt modelId="{28723A58-4604-4FCF-8294-9BB7C01F5FCC}" type="pres">
      <dgm:prSet presAssocID="{680D120F-23BE-48C5-A19B-231D0712009D}" presName="descendantArrow" presStyleLbl="bgAccFollowNode1" presStyleIdx="1" presStyleCnt="3"/>
      <dgm:spPr/>
    </dgm:pt>
    <dgm:pt modelId="{1DF1DEB1-5B85-4299-9D6F-8F21E51158E0}" type="pres">
      <dgm:prSet presAssocID="{9EE67386-80AB-4503-923B-1AC40CCEBAF4}" presName="sp" presStyleCnt="0"/>
      <dgm:spPr/>
    </dgm:pt>
    <dgm:pt modelId="{FD46225D-6187-4449-8687-615C7E8D3AC6}" type="pres">
      <dgm:prSet presAssocID="{94201D40-C433-47BA-9783-A8CFFB7862DB}" presName="arrowAndChildren" presStyleCnt="0"/>
      <dgm:spPr/>
    </dgm:pt>
    <dgm:pt modelId="{9F962EF5-9C7A-4D4A-888C-47B0909EEC87}" type="pres">
      <dgm:prSet presAssocID="{94201D40-C433-47BA-9783-A8CFFB7862DB}" presName="parentTextArrow" presStyleLbl="node1" presStyleIdx="0" presStyleCnt="0"/>
      <dgm:spPr/>
    </dgm:pt>
    <dgm:pt modelId="{3BBB2F8A-F8D1-48A3-B135-4BC995CB513A}" type="pres">
      <dgm:prSet presAssocID="{94201D40-C433-47BA-9783-A8CFFB7862DB}" presName="arrow" presStyleLbl="alignNode1" presStyleIdx="2" presStyleCnt="3"/>
      <dgm:spPr/>
    </dgm:pt>
    <dgm:pt modelId="{E7F4AD4D-AF7A-403A-AD6D-5EBF48D5292B}" type="pres">
      <dgm:prSet presAssocID="{94201D40-C433-47BA-9783-A8CFFB7862DB}" presName="descendantArrow" presStyleLbl="bgAccFollowNode1" presStyleIdx="2" presStyleCnt="3"/>
      <dgm:spPr/>
    </dgm:pt>
  </dgm:ptLst>
  <dgm:cxnLst>
    <dgm:cxn modelId="{FEF3F104-7F35-4D30-A794-40FF402435F3}" srcId="{680D120F-23BE-48C5-A19B-231D0712009D}" destId="{C5BB846B-AC49-4944-82D5-C07E4C143F87}" srcOrd="0" destOrd="0" parTransId="{09D8C466-394B-4813-95C5-0343020ED650}" sibTransId="{E3B6816E-1CEE-4015-BA2B-D66F8442970A}"/>
    <dgm:cxn modelId="{9A224462-D470-4D31-B6D9-4DEE72D382DB}" type="presOf" srcId="{94201D40-C433-47BA-9783-A8CFFB7862DB}" destId="{9F962EF5-9C7A-4D4A-888C-47B0909EEC87}" srcOrd="0" destOrd="0" presId="urn:microsoft.com/office/officeart/2016/7/layout/VerticalDownArrowProcess"/>
    <dgm:cxn modelId="{2D1EF165-B589-410D-AA98-9F9E0648C40D}" srcId="{0354C295-C283-4EF5-AA50-63D13AF5C7E4}" destId="{94201D40-C433-47BA-9783-A8CFFB7862DB}" srcOrd="0" destOrd="0" parTransId="{B7486F7C-E83D-43A0-9D65-94C5F5CA812F}" sibTransId="{9EE67386-80AB-4503-923B-1AC40CCEBAF4}"/>
    <dgm:cxn modelId="{B423EC68-EF94-4C6C-BDA3-AEDE72A5ED1E}" srcId="{0354C295-C283-4EF5-AA50-63D13AF5C7E4}" destId="{7D50DA87-DF1C-4302-B86F-2109C37F1CF3}" srcOrd="2" destOrd="0" parTransId="{2D49F247-FEFD-4B2C-9DAA-E3B31E1E0119}" sibTransId="{DF2AA382-4C1A-4F3E-A629-DF33E5255C38}"/>
    <dgm:cxn modelId="{31995453-0489-469C-AA5E-8435D1B4B88D}" srcId="{7D50DA87-DF1C-4302-B86F-2109C37F1CF3}" destId="{789ABEF3-218B-4E1F-A8B4-65604ECB9804}" srcOrd="0" destOrd="0" parTransId="{1B3229EB-085F-4826-BF4B-DBA9ABF1D6E3}" sibTransId="{D1FED274-CB5C-42D3-B6C2-D5FCD376F8DD}"/>
    <dgm:cxn modelId="{67C15085-067B-481A-89AB-2FDE7E5FDB59}" type="presOf" srcId="{A2D868E8-F5C5-499E-A049-39F45A783BDA}" destId="{E7F4AD4D-AF7A-403A-AD6D-5EBF48D5292B}" srcOrd="0" destOrd="0" presId="urn:microsoft.com/office/officeart/2016/7/layout/VerticalDownArrowProcess"/>
    <dgm:cxn modelId="{A0C12D9A-5435-42A8-BAA3-AEAB5B652A48}" type="presOf" srcId="{0354C295-C283-4EF5-AA50-63D13AF5C7E4}" destId="{997FD787-10A6-495E-8B5C-C9C277ABF924}" srcOrd="0" destOrd="0" presId="urn:microsoft.com/office/officeart/2016/7/layout/VerticalDownArrowProcess"/>
    <dgm:cxn modelId="{1BD717A5-ED8F-42F2-8CC8-EB34020C747C}" type="presOf" srcId="{C5BB846B-AC49-4944-82D5-C07E4C143F87}" destId="{28723A58-4604-4FCF-8294-9BB7C01F5FCC}" srcOrd="0" destOrd="0" presId="urn:microsoft.com/office/officeart/2016/7/layout/VerticalDownArrowProcess"/>
    <dgm:cxn modelId="{E154ADBB-8A88-4CEE-A15F-5C12C8A0BA4B}" type="presOf" srcId="{680D120F-23BE-48C5-A19B-231D0712009D}" destId="{2A9A66DE-D1C4-4CF6-BB2F-CD886D33A1A3}" srcOrd="1" destOrd="0" presId="urn:microsoft.com/office/officeart/2016/7/layout/VerticalDownArrowProcess"/>
    <dgm:cxn modelId="{015805D2-0C9D-4BE0-9BCB-A1F1574678B0}" type="presOf" srcId="{789ABEF3-218B-4E1F-A8B4-65604ECB9804}" destId="{03B60351-E57C-4600-901E-3FBC5454DCEF}" srcOrd="0" destOrd="0" presId="urn:microsoft.com/office/officeart/2016/7/layout/VerticalDownArrowProcess"/>
    <dgm:cxn modelId="{ECB6D9D8-13F0-41AC-BEA9-F853994C9EAA}" srcId="{0354C295-C283-4EF5-AA50-63D13AF5C7E4}" destId="{680D120F-23BE-48C5-A19B-231D0712009D}" srcOrd="1" destOrd="0" parTransId="{51070DFF-8A86-4911-98D2-8A60D147E19A}" sibTransId="{53FE6DF8-778C-4583-B0E2-E965B888FC2D}"/>
    <dgm:cxn modelId="{E5BE4FDC-4210-4329-9D44-A05A841B7420}" type="presOf" srcId="{680D120F-23BE-48C5-A19B-231D0712009D}" destId="{2ED61A78-811D-4AFB-973E-0AC18DE544D0}" srcOrd="0" destOrd="0" presId="urn:microsoft.com/office/officeart/2016/7/layout/VerticalDownArrowProcess"/>
    <dgm:cxn modelId="{B4D238E0-7289-4387-8939-03CC4481F7F0}" type="presOf" srcId="{94201D40-C433-47BA-9783-A8CFFB7862DB}" destId="{3BBB2F8A-F8D1-48A3-B135-4BC995CB513A}" srcOrd="1" destOrd="0" presId="urn:microsoft.com/office/officeart/2016/7/layout/VerticalDownArrowProcess"/>
    <dgm:cxn modelId="{033C8AFD-C829-45CD-9E95-A6AA23023566}" srcId="{94201D40-C433-47BA-9783-A8CFFB7862DB}" destId="{A2D868E8-F5C5-499E-A049-39F45A783BDA}" srcOrd="0" destOrd="0" parTransId="{875615CA-8B77-4B02-9529-B074F6E6DC7E}" sibTransId="{C3941182-DB44-4C9D-939F-1B52AF101F13}"/>
    <dgm:cxn modelId="{19BA68FE-2A6B-4A40-A71E-77F89C231FF3}" type="presOf" srcId="{7D50DA87-DF1C-4302-B86F-2109C37F1CF3}" destId="{3740685D-E809-4C55-A055-1EF64CB1C046}" srcOrd="0" destOrd="0" presId="urn:microsoft.com/office/officeart/2016/7/layout/VerticalDownArrowProcess"/>
    <dgm:cxn modelId="{F84BA304-A8ED-4A9E-94BD-7C5EAA90E4C0}" type="presParOf" srcId="{997FD787-10A6-495E-8B5C-C9C277ABF924}" destId="{04ACF7AA-D655-476A-BC22-D9C15177E44A}" srcOrd="0" destOrd="0" presId="urn:microsoft.com/office/officeart/2016/7/layout/VerticalDownArrowProcess"/>
    <dgm:cxn modelId="{4B5B73B9-A162-45F9-B47E-FE6990F80C2D}" type="presParOf" srcId="{04ACF7AA-D655-476A-BC22-D9C15177E44A}" destId="{3740685D-E809-4C55-A055-1EF64CB1C046}" srcOrd="0" destOrd="0" presId="urn:microsoft.com/office/officeart/2016/7/layout/VerticalDownArrowProcess"/>
    <dgm:cxn modelId="{1B92D367-9AB7-40D4-A0B1-6DECA8C609AF}" type="presParOf" srcId="{04ACF7AA-D655-476A-BC22-D9C15177E44A}" destId="{03B60351-E57C-4600-901E-3FBC5454DCEF}" srcOrd="1" destOrd="0" presId="urn:microsoft.com/office/officeart/2016/7/layout/VerticalDownArrowProcess"/>
    <dgm:cxn modelId="{131EA51C-4479-46A3-B5D7-F06A3433CBD7}" type="presParOf" srcId="{997FD787-10A6-495E-8B5C-C9C277ABF924}" destId="{3AD7A2B1-9B7A-439D-8746-7CAA78C26116}" srcOrd="1" destOrd="0" presId="urn:microsoft.com/office/officeart/2016/7/layout/VerticalDownArrowProcess"/>
    <dgm:cxn modelId="{9EB241E3-D280-4E93-85A5-7AA4C9599AB6}" type="presParOf" srcId="{997FD787-10A6-495E-8B5C-C9C277ABF924}" destId="{F7BF9B74-ACE4-4114-B24D-9ECE49EBC164}" srcOrd="2" destOrd="0" presId="urn:microsoft.com/office/officeart/2016/7/layout/VerticalDownArrowProcess"/>
    <dgm:cxn modelId="{17403763-0BD8-405E-B800-903DEBC555F4}" type="presParOf" srcId="{F7BF9B74-ACE4-4114-B24D-9ECE49EBC164}" destId="{2ED61A78-811D-4AFB-973E-0AC18DE544D0}" srcOrd="0" destOrd="0" presId="urn:microsoft.com/office/officeart/2016/7/layout/VerticalDownArrowProcess"/>
    <dgm:cxn modelId="{02B26533-AD3E-4E26-9A9D-40461EBCC6C1}" type="presParOf" srcId="{F7BF9B74-ACE4-4114-B24D-9ECE49EBC164}" destId="{2A9A66DE-D1C4-4CF6-BB2F-CD886D33A1A3}" srcOrd="1" destOrd="0" presId="urn:microsoft.com/office/officeart/2016/7/layout/VerticalDownArrowProcess"/>
    <dgm:cxn modelId="{43B7CD83-C918-468E-B839-36B92F7974C1}" type="presParOf" srcId="{F7BF9B74-ACE4-4114-B24D-9ECE49EBC164}" destId="{28723A58-4604-4FCF-8294-9BB7C01F5FCC}" srcOrd="2" destOrd="0" presId="urn:microsoft.com/office/officeart/2016/7/layout/VerticalDownArrowProcess"/>
    <dgm:cxn modelId="{267C7A36-6945-4F09-982F-FD135A494C5D}" type="presParOf" srcId="{997FD787-10A6-495E-8B5C-C9C277ABF924}" destId="{1DF1DEB1-5B85-4299-9D6F-8F21E51158E0}" srcOrd="3" destOrd="0" presId="urn:microsoft.com/office/officeart/2016/7/layout/VerticalDownArrowProcess"/>
    <dgm:cxn modelId="{557C0B32-838A-47A4-BDCD-5F88BD7E8936}" type="presParOf" srcId="{997FD787-10A6-495E-8B5C-C9C277ABF924}" destId="{FD46225D-6187-4449-8687-615C7E8D3AC6}" srcOrd="4" destOrd="0" presId="urn:microsoft.com/office/officeart/2016/7/layout/VerticalDownArrowProcess"/>
    <dgm:cxn modelId="{2EC199B4-987C-42BC-A48A-858090C40FB3}" type="presParOf" srcId="{FD46225D-6187-4449-8687-615C7E8D3AC6}" destId="{9F962EF5-9C7A-4D4A-888C-47B0909EEC87}" srcOrd="0" destOrd="0" presId="urn:microsoft.com/office/officeart/2016/7/layout/VerticalDownArrowProcess"/>
    <dgm:cxn modelId="{75BA7D45-17B2-44D1-B29A-AA7798A8ECA3}" type="presParOf" srcId="{FD46225D-6187-4449-8687-615C7E8D3AC6}" destId="{3BBB2F8A-F8D1-48A3-B135-4BC995CB513A}" srcOrd="1" destOrd="0" presId="urn:microsoft.com/office/officeart/2016/7/layout/VerticalDownArrowProcess"/>
    <dgm:cxn modelId="{5C4C515D-63BD-4292-BAD9-1959BF91FED2}" type="presParOf" srcId="{FD46225D-6187-4449-8687-615C7E8D3AC6}" destId="{E7F4AD4D-AF7A-403A-AD6D-5EBF48D5292B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DC6800F-FA84-4AFF-BE26-E36E61C68DAC}" type="doc">
      <dgm:prSet loTypeId="urn:microsoft.com/office/officeart/2005/8/layout/cycle6" loCatId="cycle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EB63003-AB70-4A31-B760-140957A3ECAD}">
      <dgm:prSet/>
      <dgm:spPr/>
      <dgm:t>
        <a:bodyPr/>
        <a:lstStyle/>
        <a:p>
          <a:r>
            <a:rPr lang="en-US"/>
            <a:t>FX: Yahoo Finance</a:t>
          </a:r>
        </a:p>
      </dgm:t>
    </dgm:pt>
    <dgm:pt modelId="{A74B34F9-5AB7-415A-806B-9CC08E3142F6}" type="parTrans" cxnId="{CCFD96C8-A301-4D7D-B0CA-9F43BB093348}">
      <dgm:prSet/>
      <dgm:spPr/>
      <dgm:t>
        <a:bodyPr/>
        <a:lstStyle/>
        <a:p>
          <a:endParaRPr lang="en-US"/>
        </a:p>
      </dgm:t>
    </dgm:pt>
    <dgm:pt modelId="{3AB5184F-9E97-40CB-AEDC-B8B8F679809A}" type="sibTrans" cxnId="{CCFD96C8-A301-4D7D-B0CA-9F43BB093348}">
      <dgm:prSet/>
      <dgm:spPr/>
      <dgm:t>
        <a:bodyPr/>
        <a:lstStyle/>
        <a:p>
          <a:endParaRPr lang="en-US"/>
        </a:p>
      </dgm:t>
    </dgm:pt>
    <dgm:pt modelId="{E90DC076-E11F-4F7D-BF41-54D964235FCA}">
      <dgm:prSet/>
      <dgm:spPr/>
      <dgm:t>
        <a:bodyPr/>
        <a:lstStyle/>
        <a:p>
          <a:r>
            <a:rPr lang="en-US"/>
            <a:t>Macro: FRED (CPI, FEDRATE, UNRATE)</a:t>
          </a:r>
        </a:p>
      </dgm:t>
    </dgm:pt>
    <dgm:pt modelId="{420D01AB-345C-40CF-BC82-7DCACB0431C2}" type="parTrans" cxnId="{59F574C4-2401-458C-AD08-1C708F413B96}">
      <dgm:prSet/>
      <dgm:spPr/>
      <dgm:t>
        <a:bodyPr/>
        <a:lstStyle/>
        <a:p>
          <a:endParaRPr lang="en-US"/>
        </a:p>
      </dgm:t>
    </dgm:pt>
    <dgm:pt modelId="{3AEFFE04-CEC8-4381-84C4-CE611A2C601E}" type="sibTrans" cxnId="{59F574C4-2401-458C-AD08-1C708F413B96}">
      <dgm:prSet/>
      <dgm:spPr/>
      <dgm:t>
        <a:bodyPr/>
        <a:lstStyle/>
        <a:p>
          <a:endParaRPr lang="en-US"/>
        </a:p>
      </dgm:t>
    </dgm:pt>
    <dgm:pt modelId="{60715894-BC44-4F0C-821D-EE9CBB66F9F4}" type="pres">
      <dgm:prSet presAssocID="{0DC6800F-FA84-4AFF-BE26-E36E61C68DAC}" presName="cycle" presStyleCnt="0">
        <dgm:presLayoutVars>
          <dgm:dir/>
          <dgm:resizeHandles val="exact"/>
        </dgm:presLayoutVars>
      </dgm:prSet>
      <dgm:spPr/>
    </dgm:pt>
    <dgm:pt modelId="{7A29C58E-02BB-4AFE-A94B-D3BFDCAF7B70}" type="pres">
      <dgm:prSet presAssocID="{4EB63003-AB70-4A31-B760-140957A3ECAD}" presName="node" presStyleLbl="node1" presStyleIdx="0" presStyleCnt="2">
        <dgm:presLayoutVars>
          <dgm:bulletEnabled val="1"/>
        </dgm:presLayoutVars>
      </dgm:prSet>
      <dgm:spPr/>
    </dgm:pt>
    <dgm:pt modelId="{5F1F41CC-2DA9-4BF9-80BB-91D15DCF9FD3}" type="pres">
      <dgm:prSet presAssocID="{4EB63003-AB70-4A31-B760-140957A3ECAD}" presName="spNode" presStyleCnt="0"/>
      <dgm:spPr/>
    </dgm:pt>
    <dgm:pt modelId="{8A2493F3-0341-4A65-8CCE-F720FC0ED80A}" type="pres">
      <dgm:prSet presAssocID="{3AB5184F-9E97-40CB-AEDC-B8B8F679809A}" presName="sibTrans" presStyleLbl="sibTrans1D1" presStyleIdx="0" presStyleCnt="2"/>
      <dgm:spPr/>
    </dgm:pt>
    <dgm:pt modelId="{666EB2AD-A555-4AAD-A96E-D692E2EC6FC2}" type="pres">
      <dgm:prSet presAssocID="{E90DC076-E11F-4F7D-BF41-54D964235FCA}" presName="node" presStyleLbl="node1" presStyleIdx="1" presStyleCnt="2">
        <dgm:presLayoutVars>
          <dgm:bulletEnabled val="1"/>
        </dgm:presLayoutVars>
      </dgm:prSet>
      <dgm:spPr/>
    </dgm:pt>
    <dgm:pt modelId="{185B72B7-3AA4-48C5-8B2F-9B5E529D96DD}" type="pres">
      <dgm:prSet presAssocID="{E90DC076-E11F-4F7D-BF41-54D964235FCA}" presName="spNode" presStyleCnt="0"/>
      <dgm:spPr/>
    </dgm:pt>
    <dgm:pt modelId="{2AD6BC39-E5E0-4DA1-BB2B-03F4D45C81F6}" type="pres">
      <dgm:prSet presAssocID="{3AEFFE04-CEC8-4381-84C4-CE611A2C601E}" presName="sibTrans" presStyleLbl="sibTrans1D1" presStyleIdx="1" presStyleCnt="2"/>
      <dgm:spPr/>
    </dgm:pt>
  </dgm:ptLst>
  <dgm:cxnLst>
    <dgm:cxn modelId="{9A614530-7F7D-4480-8136-693B64CD01ED}" type="presOf" srcId="{0DC6800F-FA84-4AFF-BE26-E36E61C68DAC}" destId="{60715894-BC44-4F0C-821D-EE9CBB66F9F4}" srcOrd="0" destOrd="0" presId="urn:microsoft.com/office/officeart/2005/8/layout/cycle6"/>
    <dgm:cxn modelId="{B5B90786-9F8A-4071-8B07-AF2E86D8E867}" type="presOf" srcId="{3AB5184F-9E97-40CB-AEDC-B8B8F679809A}" destId="{8A2493F3-0341-4A65-8CCE-F720FC0ED80A}" srcOrd="0" destOrd="0" presId="urn:microsoft.com/office/officeart/2005/8/layout/cycle6"/>
    <dgm:cxn modelId="{45ECCF9F-4DC4-4A4E-A2CA-5D486CACEBC0}" type="presOf" srcId="{E90DC076-E11F-4F7D-BF41-54D964235FCA}" destId="{666EB2AD-A555-4AAD-A96E-D692E2EC6FC2}" srcOrd="0" destOrd="0" presId="urn:microsoft.com/office/officeart/2005/8/layout/cycle6"/>
    <dgm:cxn modelId="{5580B9A6-1E43-4482-8878-376413337379}" type="presOf" srcId="{3AEFFE04-CEC8-4381-84C4-CE611A2C601E}" destId="{2AD6BC39-E5E0-4DA1-BB2B-03F4D45C81F6}" srcOrd="0" destOrd="0" presId="urn:microsoft.com/office/officeart/2005/8/layout/cycle6"/>
    <dgm:cxn modelId="{59F574C4-2401-458C-AD08-1C708F413B96}" srcId="{0DC6800F-FA84-4AFF-BE26-E36E61C68DAC}" destId="{E90DC076-E11F-4F7D-BF41-54D964235FCA}" srcOrd="1" destOrd="0" parTransId="{420D01AB-345C-40CF-BC82-7DCACB0431C2}" sibTransId="{3AEFFE04-CEC8-4381-84C4-CE611A2C601E}"/>
    <dgm:cxn modelId="{CCFD96C8-A301-4D7D-B0CA-9F43BB093348}" srcId="{0DC6800F-FA84-4AFF-BE26-E36E61C68DAC}" destId="{4EB63003-AB70-4A31-B760-140957A3ECAD}" srcOrd="0" destOrd="0" parTransId="{A74B34F9-5AB7-415A-806B-9CC08E3142F6}" sibTransId="{3AB5184F-9E97-40CB-AEDC-B8B8F679809A}"/>
    <dgm:cxn modelId="{C7BCDADD-263C-41F0-9C22-E4351F8D402F}" type="presOf" srcId="{4EB63003-AB70-4A31-B760-140957A3ECAD}" destId="{7A29C58E-02BB-4AFE-A94B-D3BFDCAF7B70}" srcOrd="0" destOrd="0" presId="urn:microsoft.com/office/officeart/2005/8/layout/cycle6"/>
    <dgm:cxn modelId="{A88C14FB-9E42-43B7-9826-65B04772B3AF}" type="presParOf" srcId="{60715894-BC44-4F0C-821D-EE9CBB66F9F4}" destId="{7A29C58E-02BB-4AFE-A94B-D3BFDCAF7B70}" srcOrd="0" destOrd="0" presId="urn:microsoft.com/office/officeart/2005/8/layout/cycle6"/>
    <dgm:cxn modelId="{12CAADB8-FE02-487E-86C7-1367E9F49F2B}" type="presParOf" srcId="{60715894-BC44-4F0C-821D-EE9CBB66F9F4}" destId="{5F1F41CC-2DA9-4BF9-80BB-91D15DCF9FD3}" srcOrd="1" destOrd="0" presId="urn:microsoft.com/office/officeart/2005/8/layout/cycle6"/>
    <dgm:cxn modelId="{1C819DA9-EB9A-4F1D-AFB4-DC62789007A2}" type="presParOf" srcId="{60715894-BC44-4F0C-821D-EE9CBB66F9F4}" destId="{8A2493F3-0341-4A65-8CCE-F720FC0ED80A}" srcOrd="2" destOrd="0" presId="urn:microsoft.com/office/officeart/2005/8/layout/cycle6"/>
    <dgm:cxn modelId="{309B748A-061F-47C4-BE09-7C845D8FD7DD}" type="presParOf" srcId="{60715894-BC44-4F0C-821D-EE9CBB66F9F4}" destId="{666EB2AD-A555-4AAD-A96E-D692E2EC6FC2}" srcOrd="3" destOrd="0" presId="urn:microsoft.com/office/officeart/2005/8/layout/cycle6"/>
    <dgm:cxn modelId="{8F5D0F76-0B7A-44CD-B8A1-13575B31A55A}" type="presParOf" srcId="{60715894-BC44-4F0C-821D-EE9CBB66F9F4}" destId="{185B72B7-3AA4-48C5-8B2F-9B5E529D96DD}" srcOrd="4" destOrd="0" presId="urn:microsoft.com/office/officeart/2005/8/layout/cycle6"/>
    <dgm:cxn modelId="{6DF76C72-B3A5-4129-94A2-5816727C6E8B}" type="presParOf" srcId="{60715894-BC44-4F0C-821D-EE9CBB66F9F4}" destId="{2AD6BC39-E5E0-4DA1-BB2B-03F4D45C81F6}" srcOrd="5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D6DC743-3855-4ED6-B8D2-AF7BD2AB78C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1246CAFE-C2BC-4D29-AFF6-D3F79F02A541}">
      <dgm:prSet/>
      <dgm:spPr/>
      <dgm:t>
        <a:bodyPr/>
        <a:lstStyle/>
        <a:p>
          <a:pPr>
            <a:defRPr cap="all"/>
          </a:pPr>
          <a:r>
            <a:rPr lang="en-US"/>
            <a:t>Python (pandas, numpy)</a:t>
          </a:r>
        </a:p>
      </dgm:t>
    </dgm:pt>
    <dgm:pt modelId="{0F6F11D2-CD41-455F-9DDA-D61B1DD2F0B4}" type="parTrans" cxnId="{3E59CB5A-11C3-4093-8DBC-ABD75C8A473B}">
      <dgm:prSet/>
      <dgm:spPr/>
      <dgm:t>
        <a:bodyPr/>
        <a:lstStyle/>
        <a:p>
          <a:endParaRPr lang="en-US"/>
        </a:p>
      </dgm:t>
    </dgm:pt>
    <dgm:pt modelId="{22B3459F-5CD1-466B-85DF-BC1021C97786}" type="sibTrans" cxnId="{3E59CB5A-11C3-4093-8DBC-ABD75C8A473B}">
      <dgm:prSet/>
      <dgm:spPr/>
      <dgm:t>
        <a:bodyPr/>
        <a:lstStyle/>
        <a:p>
          <a:endParaRPr lang="en-US"/>
        </a:p>
      </dgm:t>
    </dgm:pt>
    <dgm:pt modelId="{2DB4F431-772D-4057-9C39-145DBF299529}">
      <dgm:prSet/>
      <dgm:spPr/>
      <dgm:t>
        <a:bodyPr/>
        <a:lstStyle/>
        <a:p>
          <a:pPr>
            <a:defRPr cap="all"/>
          </a:pPr>
          <a:r>
            <a:rPr lang="en-US"/>
            <a:t>Data APIs</a:t>
          </a:r>
        </a:p>
      </dgm:t>
    </dgm:pt>
    <dgm:pt modelId="{28E7E76F-618C-404E-AB7B-465A7F252BFE}" type="parTrans" cxnId="{87158745-10DE-4C24-87DA-50DB74D3A3AD}">
      <dgm:prSet/>
      <dgm:spPr/>
      <dgm:t>
        <a:bodyPr/>
        <a:lstStyle/>
        <a:p>
          <a:endParaRPr lang="en-US"/>
        </a:p>
      </dgm:t>
    </dgm:pt>
    <dgm:pt modelId="{010B60CE-28FB-4392-A11D-A0E035D0C0B7}" type="sibTrans" cxnId="{87158745-10DE-4C24-87DA-50DB74D3A3AD}">
      <dgm:prSet/>
      <dgm:spPr/>
      <dgm:t>
        <a:bodyPr/>
        <a:lstStyle/>
        <a:p>
          <a:endParaRPr lang="en-US"/>
        </a:p>
      </dgm:t>
    </dgm:pt>
    <dgm:pt modelId="{D04F4D53-75B8-41FC-BA44-1871A14FC214}">
      <dgm:prSet/>
      <dgm:spPr/>
      <dgm:t>
        <a:bodyPr/>
        <a:lstStyle/>
        <a:p>
          <a:pPr>
            <a:defRPr cap="all"/>
          </a:pPr>
          <a:r>
            <a:rPr lang="en-US"/>
            <a:t>Streamlit dashboard</a:t>
          </a:r>
        </a:p>
      </dgm:t>
    </dgm:pt>
    <dgm:pt modelId="{BEA2AB47-2F9E-45DF-B7BE-024282DB9B70}" type="parTrans" cxnId="{A1F7A811-30FD-41C0-BC56-2FA0D44AFBFC}">
      <dgm:prSet/>
      <dgm:spPr/>
      <dgm:t>
        <a:bodyPr/>
        <a:lstStyle/>
        <a:p>
          <a:endParaRPr lang="en-US"/>
        </a:p>
      </dgm:t>
    </dgm:pt>
    <dgm:pt modelId="{4F6BD806-C129-4278-98C2-3E9D3B4E03D8}" type="sibTrans" cxnId="{A1F7A811-30FD-41C0-BC56-2FA0D44AFBFC}">
      <dgm:prSet/>
      <dgm:spPr/>
      <dgm:t>
        <a:bodyPr/>
        <a:lstStyle/>
        <a:p>
          <a:endParaRPr lang="en-US"/>
        </a:p>
      </dgm:t>
    </dgm:pt>
    <dgm:pt modelId="{59C2D79D-AFAA-4387-8896-6C678E8C5FAF}">
      <dgm:prSet/>
      <dgm:spPr/>
      <dgm:t>
        <a:bodyPr/>
        <a:lstStyle/>
        <a:p>
          <a:pPr>
            <a:defRPr cap="all"/>
          </a:pPr>
          <a:r>
            <a:rPr lang="en-US"/>
            <a:t>Plotly visualisation</a:t>
          </a:r>
        </a:p>
      </dgm:t>
    </dgm:pt>
    <dgm:pt modelId="{7C8A5C59-D8A8-4F3E-AB86-FE0452E44161}" type="parTrans" cxnId="{B6F0B5A8-9B8D-4C41-8CD0-0EB19D6C43B8}">
      <dgm:prSet/>
      <dgm:spPr/>
      <dgm:t>
        <a:bodyPr/>
        <a:lstStyle/>
        <a:p>
          <a:endParaRPr lang="en-US"/>
        </a:p>
      </dgm:t>
    </dgm:pt>
    <dgm:pt modelId="{3DA9FF90-49B9-4401-8DBA-7BFD8257D816}" type="sibTrans" cxnId="{B6F0B5A8-9B8D-4C41-8CD0-0EB19D6C43B8}">
      <dgm:prSet/>
      <dgm:spPr/>
      <dgm:t>
        <a:bodyPr/>
        <a:lstStyle/>
        <a:p>
          <a:endParaRPr lang="en-US"/>
        </a:p>
      </dgm:t>
    </dgm:pt>
    <dgm:pt modelId="{62B76873-8B65-48D9-8263-A3A745B4595E}" type="pres">
      <dgm:prSet presAssocID="{7D6DC743-3855-4ED6-B8D2-AF7BD2AB78C9}" presName="root" presStyleCnt="0">
        <dgm:presLayoutVars>
          <dgm:dir/>
          <dgm:resizeHandles val="exact"/>
        </dgm:presLayoutVars>
      </dgm:prSet>
      <dgm:spPr/>
    </dgm:pt>
    <dgm:pt modelId="{3AA0DB61-8C84-4BF1-82DE-613DE299994F}" type="pres">
      <dgm:prSet presAssocID="{1246CAFE-C2BC-4D29-AFF6-D3F79F02A541}" presName="compNode" presStyleCnt="0"/>
      <dgm:spPr/>
    </dgm:pt>
    <dgm:pt modelId="{AE45877A-D66C-4C71-90BD-1F86D0BBC5A0}" type="pres">
      <dgm:prSet presAssocID="{1246CAFE-C2BC-4D29-AFF6-D3F79F02A541}" presName="iconBgRect" presStyleLbl="bgShp" presStyleIdx="0" presStyleCnt="4"/>
      <dgm:spPr/>
    </dgm:pt>
    <dgm:pt modelId="{F7A24B6B-7E0E-4044-859E-B661950F0ED2}" type="pres">
      <dgm:prSet presAssocID="{1246CAFE-C2BC-4D29-AFF6-D3F79F02A54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12061F43-C575-4098-AF89-EF237CA834B8}" type="pres">
      <dgm:prSet presAssocID="{1246CAFE-C2BC-4D29-AFF6-D3F79F02A541}" presName="spaceRect" presStyleCnt="0"/>
      <dgm:spPr/>
    </dgm:pt>
    <dgm:pt modelId="{4C938B8F-3135-413B-BF8F-477803D7C12D}" type="pres">
      <dgm:prSet presAssocID="{1246CAFE-C2BC-4D29-AFF6-D3F79F02A541}" presName="textRect" presStyleLbl="revTx" presStyleIdx="0" presStyleCnt="4">
        <dgm:presLayoutVars>
          <dgm:chMax val="1"/>
          <dgm:chPref val="1"/>
        </dgm:presLayoutVars>
      </dgm:prSet>
      <dgm:spPr/>
    </dgm:pt>
    <dgm:pt modelId="{B729C1F7-1B61-4F46-9160-A51D45257735}" type="pres">
      <dgm:prSet presAssocID="{22B3459F-5CD1-466B-85DF-BC1021C97786}" presName="sibTrans" presStyleCnt="0"/>
      <dgm:spPr/>
    </dgm:pt>
    <dgm:pt modelId="{6AA4B602-5180-402E-A8B9-7FAE64EA3894}" type="pres">
      <dgm:prSet presAssocID="{2DB4F431-772D-4057-9C39-145DBF299529}" presName="compNode" presStyleCnt="0"/>
      <dgm:spPr/>
    </dgm:pt>
    <dgm:pt modelId="{6FE63ABC-0C78-4DE9-9A89-D5A172A75040}" type="pres">
      <dgm:prSet presAssocID="{2DB4F431-772D-4057-9C39-145DBF299529}" presName="iconBgRect" presStyleLbl="bgShp" presStyleIdx="1" presStyleCnt="4"/>
      <dgm:spPr/>
    </dgm:pt>
    <dgm:pt modelId="{0F99B34B-38E7-4F87-BFED-72723DA27D3A}" type="pres">
      <dgm:prSet presAssocID="{2DB4F431-772D-4057-9C39-145DBF29952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6EED6D7-F314-4261-98CE-359072E96D4A}" type="pres">
      <dgm:prSet presAssocID="{2DB4F431-772D-4057-9C39-145DBF299529}" presName="spaceRect" presStyleCnt="0"/>
      <dgm:spPr/>
    </dgm:pt>
    <dgm:pt modelId="{DB9E0878-56F8-4A4C-B47C-0A423E339ECA}" type="pres">
      <dgm:prSet presAssocID="{2DB4F431-772D-4057-9C39-145DBF299529}" presName="textRect" presStyleLbl="revTx" presStyleIdx="1" presStyleCnt="4">
        <dgm:presLayoutVars>
          <dgm:chMax val="1"/>
          <dgm:chPref val="1"/>
        </dgm:presLayoutVars>
      </dgm:prSet>
      <dgm:spPr/>
    </dgm:pt>
    <dgm:pt modelId="{0D0164AE-E871-4922-B59B-E273FC754319}" type="pres">
      <dgm:prSet presAssocID="{010B60CE-28FB-4392-A11D-A0E035D0C0B7}" presName="sibTrans" presStyleCnt="0"/>
      <dgm:spPr/>
    </dgm:pt>
    <dgm:pt modelId="{F4E46014-B4A4-49D6-9EE8-94E6B88B9B00}" type="pres">
      <dgm:prSet presAssocID="{D04F4D53-75B8-41FC-BA44-1871A14FC214}" presName="compNode" presStyleCnt="0"/>
      <dgm:spPr/>
    </dgm:pt>
    <dgm:pt modelId="{A26C0740-E57C-4ABE-AFEE-89A1DF2D76DC}" type="pres">
      <dgm:prSet presAssocID="{D04F4D53-75B8-41FC-BA44-1871A14FC214}" presName="iconBgRect" presStyleLbl="bgShp" presStyleIdx="2" presStyleCnt="4"/>
      <dgm:spPr/>
    </dgm:pt>
    <dgm:pt modelId="{2C5F67C2-6B0E-4426-A727-B60BF490052E}" type="pres">
      <dgm:prSet presAssocID="{D04F4D53-75B8-41FC-BA44-1871A14FC21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B3270E41-3B1E-4AE6-A90B-86463EC353A3}" type="pres">
      <dgm:prSet presAssocID="{D04F4D53-75B8-41FC-BA44-1871A14FC214}" presName="spaceRect" presStyleCnt="0"/>
      <dgm:spPr/>
    </dgm:pt>
    <dgm:pt modelId="{092DB493-C6C0-4356-AC88-03B7A78C6A09}" type="pres">
      <dgm:prSet presAssocID="{D04F4D53-75B8-41FC-BA44-1871A14FC214}" presName="textRect" presStyleLbl="revTx" presStyleIdx="2" presStyleCnt="4">
        <dgm:presLayoutVars>
          <dgm:chMax val="1"/>
          <dgm:chPref val="1"/>
        </dgm:presLayoutVars>
      </dgm:prSet>
      <dgm:spPr/>
    </dgm:pt>
    <dgm:pt modelId="{80DCCDFC-0291-4234-8BEA-81D99906D9CD}" type="pres">
      <dgm:prSet presAssocID="{4F6BD806-C129-4278-98C2-3E9D3B4E03D8}" presName="sibTrans" presStyleCnt="0"/>
      <dgm:spPr/>
    </dgm:pt>
    <dgm:pt modelId="{326440E3-1292-4507-8C68-B2979CEFBCF6}" type="pres">
      <dgm:prSet presAssocID="{59C2D79D-AFAA-4387-8896-6C678E8C5FAF}" presName="compNode" presStyleCnt="0"/>
      <dgm:spPr/>
    </dgm:pt>
    <dgm:pt modelId="{A0D5D800-B38A-4C29-B4BC-D79B7438407C}" type="pres">
      <dgm:prSet presAssocID="{59C2D79D-AFAA-4387-8896-6C678E8C5FAF}" presName="iconBgRect" presStyleLbl="bgShp" presStyleIdx="3" presStyleCnt="4"/>
      <dgm:spPr/>
    </dgm:pt>
    <dgm:pt modelId="{4B88685B-3110-4A40-BB88-D32C2DDB48D0}" type="pres">
      <dgm:prSet presAssocID="{59C2D79D-AFAA-4387-8896-6C678E8C5FA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64BFE6E2-F596-4704-8E1D-AEB87D173A9D}" type="pres">
      <dgm:prSet presAssocID="{59C2D79D-AFAA-4387-8896-6C678E8C5FAF}" presName="spaceRect" presStyleCnt="0"/>
      <dgm:spPr/>
    </dgm:pt>
    <dgm:pt modelId="{E9AB610F-FB4E-464F-A81C-B4F085B152F4}" type="pres">
      <dgm:prSet presAssocID="{59C2D79D-AFAA-4387-8896-6C678E8C5FA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8895A00-F28D-4B11-ACA1-886AA56FF21B}" type="presOf" srcId="{D04F4D53-75B8-41FC-BA44-1871A14FC214}" destId="{092DB493-C6C0-4356-AC88-03B7A78C6A09}" srcOrd="0" destOrd="0" presId="urn:microsoft.com/office/officeart/2018/5/layout/IconCircleLabelList"/>
    <dgm:cxn modelId="{A1F7A811-30FD-41C0-BC56-2FA0D44AFBFC}" srcId="{7D6DC743-3855-4ED6-B8D2-AF7BD2AB78C9}" destId="{D04F4D53-75B8-41FC-BA44-1871A14FC214}" srcOrd="2" destOrd="0" parTransId="{BEA2AB47-2F9E-45DF-B7BE-024282DB9B70}" sibTransId="{4F6BD806-C129-4278-98C2-3E9D3B4E03D8}"/>
    <dgm:cxn modelId="{C62CEB63-E056-4719-814E-0A995050BB0B}" type="presOf" srcId="{7D6DC743-3855-4ED6-B8D2-AF7BD2AB78C9}" destId="{62B76873-8B65-48D9-8263-A3A745B4595E}" srcOrd="0" destOrd="0" presId="urn:microsoft.com/office/officeart/2018/5/layout/IconCircleLabelList"/>
    <dgm:cxn modelId="{87158745-10DE-4C24-87DA-50DB74D3A3AD}" srcId="{7D6DC743-3855-4ED6-B8D2-AF7BD2AB78C9}" destId="{2DB4F431-772D-4057-9C39-145DBF299529}" srcOrd="1" destOrd="0" parTransId="{28E7E76F-618C-404E-AB7B-465A7F252BFE}" sibTransId="{010B60CE-28FB-4392-A11D-A0E035D0C0B7}"/>
    <dgm:cxn modelId="{8224355A-0428-4ADE-9BCE-FDB9928FD841}" type="presOf" srcId="{1246CAFE-C2BC-4D29-AFF6-D3F79F02A541}" destId="{4C938B8F-3135-413B-BF8F-477803D7C12D}" srcOrd="0" destOrd="0" presId="urn:microsoft.com/office/officeart/2018/5/layout/IconCircleLabelList"/>
    <dgm:cxn modelId="{3E59CB5A-11C3-4093-8DBC-ABD75C8A473B}" srcId="{7D6DC743-3855-4ED6-B8D2-AF7BD2AB78C9}" destId="{1246CAFE-C2BC-4D29-AFF6-D3F79F02A541}" srcOrd="0" destOrd="0" parTransId="{0F6F11D2-CD41-455F-9DDA-D61B1DD2F0B4}" sibTransId="{22B3459F-5CD1-466B-85DF-BC1021C97786}"/>
    <dgm:cxn modelId="{6D8A13A1-1105-4546-89A6-202EFA4F7593}" type="presOf" srcId="{2DB4F431-772D-4057-9C39-145DBF299529}" destId="{DB9E0878-56F8-4A4C-B47C-0A423E339ECA}" srcOrd="0" destOrd="0" presId="urn:microsoft.com/office/officeart/2018/5/layout/IconCircleLabelList"/>
    <dgm:cxn modelId="{B6F0B5A8-9B8D-4C41-8CD0-0EB19D6C43B8}" srcId="{7D6DC743-3855-4ED6-B8D2-AF7BD2AB78C9}" destId="{59C2D79D-AFAA-4387-8896-6C678E8C5FAF}" srcOrd="3" destOrd="0" parTransId="{7C8A5C59-D8A8-4F3E-AB86-FE0452E44161}" sibTransId="{3DA9FF90-49B9-4401-8DBA-7BFD8257D816}"/>
    <dgm:cxn modelId="{B4ADE8E3-A83D-4EE4-B2DD-902437150D07}" type="presOf" srcId="{59C2D79D-AFAA-4387-8896-6C678E8C5FAF}" destId="{E9AB610F-FB4E-464F-A81C-B4F085B152F4}" srcOrd="0" destOrd="0" presId="urn:microsoft.com/office/officeart/2018/5/layout/IconCircleLabelList"/>
    <dgm:cxn modelId="{E08F650C-8E5E-4492-9AF1-2761F4C6B3F0}" type="presParOf" srcId="{62B76873-8B65-48D9-8263-A3A745B4595E}" destId="{3AA0DB61-8C84-4BF1-82DE-613DE299994F}" srcOrd="0" destOrd="0" presId="urn:microsoft.com/office/officeart/2018/5/layout/IconCircleLabelList"/>
    <dgm:cxn modelId="{205BB634-A8F7-4097-95E6-CECBA62E2FC3}" type="presParOf" srcId="{3AA0DB61-8C84-4BF1-82DE-613DE299994F}" destId="{AE45877A-D66C-4C71-90BD-1F86D0BBC5A0}" srcOrd="0" destOrd="0" presId="urn:microsoft.com/office/officeart/2018/5/layout/IconCircleLabelList"/>
    <dgm:cxn modelId="{EB2AEC73-9554-4E45-AE5D-606485E69F94}" type="presParOf" srcId="{3AA0DB61-8C84-4BF1-82DE-613DE299994F}" destId="{F7A24B6B-7E0E-4044-859E-B661950F0ED2}" srcOrd="1" destOrd="0" presId="urn:microsoft.com/office/officeart/2018/5/layout/IconCircleLabelList"/>
    <dgm:cxn modelId="{6975C997-CDC6-445D-83FC-3793AC1E17D1}" type="presParOf" srcId="{3AA0DB61-8C84-4BF1-82DE-613DE299994F}" destId="{12061F43-C575-4098-AF89-EF237CA834B8}" srcOrd="2" destOrd="0" presId="urn:microsoft.com/office/officeart/2018/5/layout/IconCircleLabelList"/>
    <dgm:cxn modelId="{E6F59022-BCC6-4DAA-8810-6E945FD713D0}" type="presParOf" srcId="{3AA0DB61-8C84-4BF1-82DE-613DE299994F}" destId="{4C938B8F-3135-413B-BF8F-477803D7C12D}" srcOrd="3" destOrd="0" presId="urn:microsoft.com/office/officeart/2018/5/layout/IconCircleLabelList"/>
    <dgm:cxn modelId="{BED86667-8B0A-4E7C-B7ED-568799769353}" type="presParOf" srcId="{62B76873-8B65-48D9-8263-A3A745B4595E}" destId="{B729C1F7-1B61-4F46-9160-A51D45257735}" srcOrd="1" destOrd="0" presId="urn:microsoft.com/office/officeart/2018/5/layout/IconCircleLabelList"/>
    <dgm:cxn modelId="{F197AF91-5F4D-42E9-A4A9-80E4EE9C47EC}" type="presParOf" srcId="{62B76873-8B65-48D9-8263-A3A745B4595E}" destId="{6AA4B602-5180-402E-A8B9-7FAE64EA3894}" srcOrd="2" destOrd="0" presId="urn:microsoft.com/office/officeart/2018/5/layout/IconCircleLabelList"/>
    <dgm:cxn modelId="{DD5C2C6D-C157-4059-942D-4503F4076B22}" type="presParOf" srcId="{6AA4B602-5180-402E-A8B9-7FAE64EA3894}" destId="{6FE63ABC-0C78-4DE9-9A89-D5A172A75040}" srcOrd="0" destOrd="0" presId="urn:microsoft.com/office/officeart/2018/5/layout/IconCircleLabelList"/>
    <dgm:cxn modelId="{3379BCD0-B8BC-42A7-9D66-11FCE7AB0F2A}" type="presParOf" srcId="{6AA4B602-5180-402E-A8B9-7FAE64EA3894}" destId="{0F99B34B-38E7-4F87-BFED-72723DA27D3A}" srcOrd="1" destOrd="0" presId="urn:microsoft.com/office/officeart/2018/5/layout/IconCircleLabelList"/>
    <dgm:cxn modelId="{FFE6E945-CBDC-423C-ADE4-81533F968518}" type="presParOf" srcId="{6AA4B602-5180-402E-A8B9-7FAE64EA3894}" destId="{76EED6D7-F314-4261-98CE-359072E96D4A}" srcOrd="2" destOrd="0" presId="urn:microsoft.com/office/officeart/2018/5/layout/IconCircleLabelList"/>
    <dgm:cxn modelId="{4DB90A63-6B50-4890-B80F-A509F8B2E081}" type="presParOf" srcId="{6AA4B602-5180-402E-A8B9-7FAE64EA3894}" destId="{DB9E0878-56F8-4A4C-B47C-0A423E339ECA}" srcOrd="3" destOrd="0" presId="urn:microsoft.com/office/officeart/2018/5/layout/IconCircleLabelList"/>
    <dgm:cxn modelId="{DBE815B4-AF97-470D-A0B9-7955ED464024}" type="presParOf" srcId="{62B76873-8B65-48D9-8263-A3A745B4595E}" destId="{0D0164AE-E871-4922-B59B-E273FC754319}" srcOrd="3" destOrd="0" presId="urn:microsoft.com/office/officeart/2018/5/layout/IconCircleLabelList"/>
    <dgm:cxn modelId="{E5F181AA-0081-4EB8-8870-7A14262A3320}" type="presParOf" srcId="{62B76873-8B65-48D9-8263-A3A745B4595E}" destId="{F4E46014-B4A4-49D6-9EE8-94E6B88B9B00}" srcOrd="4" destOrd="0" presId="urn:microsoft.com/office/officeart/2018/5/layout/IconCircleLabelList"/>
    <dgm:cxn modelId="{B0FCF0A2-C165-49D2-93B1-8BE6ADA204CF}" type="presParOf" srcId="{F4E46014-B4A4-49D6-9EE8-94E6B88B9B00}" destId="{A26C0740-E57C-4ABE-AFEE-89A1DF2D76DC}" srcOrd="0" destOrd="0" presId="urn:microsoft.com/office/officeart/2018/5/layout/IconCircleLabelList"/>
    <dgm:cxn modelId="{9920F5C5-D89E-43FE-8EDA-4A1C6A525F5C}" type="presParOf" srcId="{F4E46014-B4A4-49D6-9EE8-94E6B88B9B00}" destId="{2C5F67C2-6B0E-4426-A727-B60BF490052E}" srcOrd="1" destOrd="0" presId="urn:microsoft.com/office/officeart/2018/5/layout/IconCircleLabelList"/>
    <dgm:cxn modelId="{641EDA96-D117-4BC8-A102-7A39BCA3CA60}" type="presParOf" srcId="{F4E46014-B4A4-49D6-9EE8-94E6B88B9B00}" destId="{B3270E41-3B1E-4AE6-A90B-86463EC353A3}" srcOrd="2" destOrd="0" presId="urn:microsoft.com/office/officeart/2018/5/layout/IconCircleLabelList"/>
    <dgm:cxn modelId="{45BF7F32-ADD0-4800-9C83-6FD0564C1965}" type="presParOf" srcId="{F4E46014-B4A4-49D6-9EE8-94E6B88B9B00}" destId="{092DB493-C6C0-4356-AC88-03B7A78C6A09}" srcOrd="3" destOrd="0" presId="urn:microsoft.com/office/officeart/2018/5/layout/IconCircleLabelList"/>
    <dgm:cxn modelId="{ADE2F27C-3742-417C-9A2C-4214D9CD77D7}" type="presParOf" srcId="{62B76873-8B65-48D9-8263-A3A745B4595E}" destId="{80DCCDFC-0291-4234-8BEA-81D99906D9CD}" srcOrd="5" destOrd="0" presId="urn:microsoft.com/office/officeart/2018/5/layout/IconCircleLabelList"/>
    <dgm:cxn modelId="{EB8D95A0-A7FD-49DC-8DA1-6AA3A31F59B2}" type="presParOf" srcId="{62B76873-8B65-48D9-8263-A3A745B4595E}" destId="{326440E3-1292-4507-8C68-B2979CEFBCF6}" srcOrd="6" destOrd="0" presId="urn:microsoft.com/office/officeart/2018/5/layout/IconCircleLabelList"/>
    <dgm:cxn modelId="{D3F4F0E9-6504-43D7-8CE3-B8EAF71DC9B6}" type="presParOf" srcId="{326440E3-1292-4507-8C68-B2979CEFBCF6}" destId="{A0D5D800-B38A-4C29-B4BC-D79B7438407C}" srcOrd="0" destOrd="0" presId="urn:microsoft.com/office/officeart/2018/5/layout/IconCircleLabelList"/>
    <dgm:cxn modelId="{73E3D3E2-54D6-445B-87CA-D6C54ED4C38E}" type="presParOf" srcId="{326440E3-1292-4507-8C68-B2979CEFBCF6}" destId="{4B88685B-3110-4A40-BB88-D32C2DDB48D0}" srcOrd="1" destOrd="0" presId="urn:microsoft.com/office/officeart/2018/5/layout/IconCircleLabelList"/>
    <dgm:cxn modelId="{3B1A5707-7286-47BC-A58A-82341AA11FE1}" type="presParOf" srcId="{326440E3-1292-4507-8C68-B2979CEFBCF6}" destId="{64BFE6E2-F596-4704-8E1D-AEB87D173A9D}" srcOrd="2" destOrd="0" presId="urn:microsoft.com/office/officeart/2018/5/layout/IconCircleLabelList"/>
    <dgm:cxn modelId="{F339B0B5-1190-4CDD-B159-477424F9CFC2}" type="presParOf" srcId="{326440E3-1292-4507-8C68-B2979CEFBCF6}" destId="{E9AB610F-FB4E-464F-A81C-B4F085B152F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F8E8B62-CD82-47B8-ABF2-655243A43536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C5A1B56-116B-464D-8FEE-7291236995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Identify leading macro indicators</a:t>
          </a:r>
        </a:p>
      </dgm:t>
    </dgm:pt>
    <dgm:pt modelId="{17020761-7611-443C-ADBB-B70BE954A61C}" type="parTrans" cxnId="{A1183534-4C49-4E9F-B611-CE40F9882403}">
      <dgm:prSet/>
      <dgm:spPr/>
      <dgm:t>
        <a:bodyPr/>
        <a:lstStyle/>
        <a:p>
          <a:endParaRPr lang="en-US"/>
        </a:p>
      </dgm:t>
    </dgm:pt>
    <dgm:pt modelId="{B86DD294-AD6E-4830-AEAE-8563CAADFA3A}" type="sibTrans" cxnId="{A1183534-4C49-4E9F-B611-CE40F9882403}">
      <dgm:prSet/>
      <dgm:spPr/>
      <dgm:t>
        <a:bodyPr/>
        <a:lstStyle/>
        <a:p>
          <a:endParaRPr lang="en-US"/>
        </a:p>
      </dgm:t>
    </dgm:pt>
    <dgm:pt modelId="{2026BCC4-A0DA-4452-B7A3-3644C8420B1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Best lag used for signals</a:t>
          </a:r>
        </a:p>
      </dgm:t>
    </dgm:pt>
    <dgm:pt modelId="{D4295F9F-ED18-453B-8170-E2610CF80297}" type="parTrans" cxnId="{31F9CA44-5141-418A-A1AE-E9C1BC3D2195}">
      <dgm:prSet/>
      <dgm:spPr/>
      <dgm:t>
        <a:bodyPr/>
        <a:lstStyle/>
        <a:p>
          <a:endParaRPr lang="en-US"/>
        </a:p>
      </dgm:t>
    </dgm:pt>
    <dgm:pt modelId="{F05400F5-1539-4A77-9DCB-3F25823634F0}" type="sibTrans" cxnId="{31F9CA44-5141-418A-A1AE-E9C1BC3D2195}">
      <dgm:prSet/>
      <dgm:spPr/>
      <dgm:t>
        <a:bodyPr/>
        <a:lstStyle/>
        <a:p>
          <a:endParaRPr lang="en-US"/>
        </a:p>
      </dgm:t>
    </dgm:pt>
    <dgm:pt modelId="{D476833B-1A0A-4913-A349-EDE060EA0378}" type="pres">
      <dgm:prSet presAssocID="{2F8E8B62-CD82-47B8-ABF2-655243A43536}" presName="root" presStyleCnt="0">
        <dgm:presLayoutVars>
          <dgm:dir/>
          <dgm:resizeHandles val="exact"/>
        </dgm:presLayoutVars>
      </dgm:prSet>
      <dgm:spPr/>
    </dgm:pt>
    <dgm:pt modelId="{957C7CEC-DAE2-480D-9F23-48C83E7FED68}" type="pres">
      <dgm:prSet presAssocID="{0C5A1B56-116B-464D-8FEE-729123699513}" presName="compNode" presStyleCnt="0"/>
      <dgm:spPr/>
    </dgm:pt>
    <dgm:pt modelId="{19629A5A-55FF-4C92-B0A0-68FA4A6A0858}" type="pres">
      <dgm:prSet presAssocID="{0C5A1B56-116B-464D-8FEE-72912369951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FBE56EBF-0278-4B73-9E85-6B734212ACCF}" type="pres">
      <dgm:prSet presAssocID="{0C5A1B56-116B-464D-8FEE-729123699513}" presName="spaceRect" presStyleCnt="0"/>
      <dgm:spPr/>
    </dgm:pt>
    <dgm:pt modelId="{0516CE0C-E888-4E6E-A1A9-9275F321A7C1}" type="pres">
      <dgm:prSet presAssocID="{0C5A1B56-116B-464D-8FEE-729123699513}" presName="textRect" presStyleLbl="revTx" presStyleIdx="0" presStyleCnt="2">
        <dgm:presLayoutVars>
          <dgm:chMax val="1"/>
          <dgm:chPref val="1"/>
        </dgm:presLayoutVars>
      </dgm:prSet>
      <dgm:spPr/>
    </dgm:pt>
    <dgm:pt modelId="{9E643189-2E0A-46A1-B065-E81AE1E768BF}" type="pres">
      <dgm:prSet presAssocID="{B86DD294-AD6E-4830-AEAE-8563CAADFA3A}" presName="sibTrans" presStyleCnt="0"/>
      <dgm:spPr/>
    </dgm:pt>
    <dgm:pt modelId="{E1F6552C-5221-4BED-8EFA-1B0A6B4E3150}" type="pres">
      <dgm:prSet presAssocID="{2026BCC4-A0DA-4452-B7A3-3644C8420B10}" presName="compNode" presStyleCnt="0"/>
      <dgm:spPr/>
    </dgm:pt>
    <dgm:pt modelId="{EBD1DA98-E693-46D6-B59C-F364108F8C5B}" type="pres">
      <dgm:prSet presAssocID="{2026BCC4-A0DA-4452-B7A3-3644C8420B1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465D1C01-4F48-495B-A83E-73AA80D7D0F5}" type="pres">
      <dgm:prSet presAssocID="{2026BCC4-A0DA-4452-B7A3-3644C8420B10}" presName="spaceRect" presStyleCnt="0"/>
      <dgm:spPr/>
    </dgm:pt>
    <dgm:pt modelId="{23494BD5-5300-4896-B62F-BF30DE79AA3C}" type="pres">
      <dgm:prSet presAssocID="{2026BCC4-A0DA-4452-B7A3-3644C8420B1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A1183534-4C49-4E9F-B611-CE40F9882403}" srcId="{2F8E8B62-CD82-47B8-ABF2-655243A43536}" destId="{0C5A1B56-116B-464D-8FEE-729123699513}" srcOrd="0" destOrd="0" parTransId="{17020761-7611-443C-ADBB-B70BE954A61C}" sibTransId="{B86DD294-AD6E-4830-AEAE-8563CAADFA3A}"/>
    <dgm:cxn modelId="{93E0AB40-2D8F-4693-B94B-CAD9375A4F54}" type="presOf" srcId="{2026BCC4-A0DA-4452-B7A3-3644C8420B10}" destId="{23494BD5-5300-4896-B62F-BF30DE79AA3C}" srcOrd="0" destOrd="0" presId="urn:microsoft.com/office/officeart/2018/2/layout/IconLabelList"/>
    <dgm:cxn modelId="{31F9CA44-5141-418A-A1AE-E9C1BC3D2195}" srcId="{2F8E8B62-CD82-47B8-ABF2-655243A43536}" destId="{2026BCC4-A0DA-4452-B7A3-3644C8420B10}" srcOrd="1" destOrd="0" parTransId="{D4295F9F-ED18-453B-8170-E2610CF80297}" sibTransId="{F05400F5-1539-4A77-9DCB-3F25823634F0}"/>
    <dgm:cxn modelId="{B44AF17D-0B1D-4326-9C78-2546207B544D}" type="presOf" srcId="{2F8E8B62-CD82-47B8-ABF2-655243A43536}" destId="{D476833B-1A0A-4913-A349-EDE060EA0378}" srcOrd="0" destOrd="0" presId="urn:microsoft.com/office/officeart/2018/2/layout/IconLabelList"/>
    <dgm:cxn modelId="{9D0D30B7-D2A7-402D-BA8A-FFA0858C9443}" type="presOf" srcId="{0C5A1B56-116B-464D-8FEE-729123699513}" destId="{0516CE0C-E888-4E6E-A1A9-9275F321A7C1}" srcOrd="0" destOrd="0" presId="urn:microsoft.com/office/officeart/2018/2/layout/IconLabelList"/>
    <dgm:cxn modelId="{FD5915EF-F6A7-4174-9BBF-120C4C76E86B}" type="presParOf" srcId="{D476833B-1A0A-4913-A349-EDE060EA0378}" destId="{957C7CEC-DAE2-480D-9F23-48C83E7FED68}" srcOrd="0" destOrd="0" presId="urn:microsoft.com/office/officeart/2018/2/layout/IconLabelList"/>
    <dgm:cxn modelId="{F132EA1C-D452-403D-A273-D7FE9CB3DEAA}" type="presParOf" srcId="{957C7CEC-DAE2-480D-9F23-48C83E7FED68}" destId="{19629A5A-55FF-4C92-B0A0-68FA4A6A0858}" srcOrd="0" destOrd="0" presId="urn:microsoft.com/office/officeart/2018/2/layout/IconLabelList"/>
    <dgm:cxn modelId="{85CE7188-172A-4729-BBE2-D255AEF1F2BF}" type="presParOf" srcId="{957C7CEC-DAE2-480D-9F23-48C83E7FED68}" destId="{FBE56EBF-0278-4B73-9E85-6B734212ACCF}" srcOrd="1" destOrd="0" presId="urn:microsoft.com/office/officeart/2018/2/layout/IconLabelList"/>
    <dgm:cxn modelId="{C22DE5E7-8E57-4F57-954F-11A5C2466AF7}" type="presParOf" srcId="{957C7CEC-DAE2-480D-9F23-48C83E7FED68}" destId="{0516CE0C-E888-4E6E-A1A9-9275F321A7C1}" srcOrd="2" destOrd="0" presId="urn:microsoft.com/office/officeart/2018/2/layout/IconLabelList"/>
    <dgm:cxn modelId="{6AB099F3-6837-4BCD-8FD5-CBCD9B4CF357}" type="presParOf" srcId="{D476833B-1A0A-4913-A349-EDE060EA0378}" destId="{9E643189-2E0A-46A1-B065-E81AE1E768BF}" srcOrd="1" destOrd="0" presId="urn:microsoft.com/office/officeart/2018/2/layout/IconLabelList"/>
    <dgm:cxn modelId="{6AE57123-DD03-450E-A035-71C63709BE33}" type="presParOf" srcId="{D476833B-1A0A-4913-A349-EDE060EA0378}" destId="{E1F6552C-5221-4BED-8EFA-1B0A6B4E3150}" srcOrd="2" destOrd="0" presId="urn:microsoft.com/office/officeart/2018/2/layout/IconLabelList"/>
    <dgm:cxn modelId="{418EA705-07E6-40DA-A4A7-C48728FBEAFC}" type="presParOf" srcId="{E1F6552C-5221-4BED-8EFA-1B0A6B4E3150}" destId="{EBD1DA98-E693-46D6-B59C-F364108F8C5B}" srcOrd="0" destOrd="0" presId="urn:microsoft.com/office/officeart/2018/2/layout/IconLabelList"/>
    <dgm:cxn modelId="{752C48DA-EBD1-44B9-A5BE-16379939CF4E}" type="presParOf" srcId="{E1F6552C-5221-4BED-8EFA-1B0A6B4E3150}" destId="{465D1C01-4F48-495B-A83E-73AA80D7D0F5}" srcOrd="1" destOrd="0" presId="urn:microsoft.com/office/officeart/2018/2/layout/IconLabelList"/>
    <dgm:cxn modelId="{865E3679-EB9C-4653-A1C0-846E013A45EE}" type="presParOf" srcId="{E1F6552C-5221-4BED-8EFA-1B0A6B4E3150}" destId="{23494BD5-5300-4896-B62F-BF30DE79AA3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464DE97-A096-44E7-9E9A-0DCA60A4AA1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A3E6F00A-AF4E-41C7-AA03-78B5658C7851}">
      <dgm:prSet/>
      <dgm:spPr/>
      <dgm:t>
        <a:bodyPr/>
        <a:lstStyle/>
        <a:p>
          <a:r>
            <a:rPr lang="en-US"/>
            <a:t>Rule-based:</a:t>
          </a:r>
        </a:p>
      </dgm:t>
    </dgm:pt>
    <dgm:pt modelId="{FF782B4F-A8A6-4878-AD27-89A98E506E42}" type="parTrans" cxnId="{DB49CEEA-1A70-4AAB-9504-D1EF49A60DE7}">
      <dgm:prSet/>
      <dgm:spPr/>
      <dgm:t>
        <a:bodyPr/>
        <a:lstStyle/>
        <a:p>
          <a:endParaRPr lang="en-US"/>
        </a:p>
      </dgm:t>
    </dgm:pt>
    <dgm:pt modelId="{37785DF5-7C9C-4BF1-BE6E-3EBBC32B0909}" type="sibTrans" cxnId="{DB49CEEA-1A70-4AAB-9504-D1EF49A60DE7}">
      <dgm:prSet/>
      <dgm:spPr/>
      <dgm:t>
        <a:bodyPr/>
        <a:lstStyle/>
        <a:p>
          <a:endParaRPr lang="en-US"/>
        </a:p>
      </dgm:t>
    </dgm:pt>
    <dgm:pt modelId="{CB8ACCB2-446F-4591-8C78-9C21D98EC31D}">
      <dgm:prSet/>
      <dgm:spPr/>
      <dgm:t>
        <a:bodyPr/>
        <a:lstStyle/>
        <a:p>
          <a:r>
            <a:rPr lang="en-US"/>
            <a:t>BUY / SELL / HOLD</a:t>
          </a:r>
        </a:p>
      </dgm:t>
    </dgm:pt>
    <dgm:pt modelId="{924C5D3D-2A7C-4527-81EA-495A18E3673C}" type="parTrans" cxnId="{B9CD14E8-38CA-40A9-A6C7-5C0F1B5E7AEF}">
      <dgm:prSet/>
      <dgm:spPr/>
      <dgm:t>
        <a:bodyPr/>
        <a:lstStyle/>
        <a:p>
          <a:endParaRPr lang="en-US"/>
        </a:p>
      </dgm:t>
    </dgm:pt>
    <dgm:pt modelId="{6CA71D52-71E8-4C78-993F-9B52C8C6F3F8}" type="sibTrans" cxnId="{B9CD14E8-38CA-40A9-A6C7-5C0F1B5E7AEF}">
      <dgm:prSet/>
      <dgm:spPr/>
      <dgm:t>
        <a:bodyPr/>
        <a:lstStyle/>
        <a:p>
          <a:endParaRPr lang="en-US"/>
        </a:p>
      </dgm:t>
    </dgm:pt>
    <dgm:pt modelId="{35E48EBE-AADE-4E84-A4BE-455913F8E016}">
      <dgm:prSet/>
      <dgm:spPr/>
      <dgm:t>
        <a:bodyPr/>
        <a:lstStyle/>
        <a:p>
          <a:r>
            <a:rPr lang="en-US"/>
            <a:t>Based on correlation + macro trend</a:t>
          </a:r>
        </a:p>
      </dgm:t>
    </dgm:pt>
    <dgm:pt modelId="{BFAD9A15-D3C5-46DB-BDBD-E73412A9AC2C}" type="parTrans" cxnId="{D5BCF7DA-1BF9-47F8-A66D-8D0B06A4725D}">
      <dgm:prSet/>
      <dgm:spPr/>
      <dgm:t>
        <a:bodyPr/>
        <a:lstStyle/>
        <a:p>
          <a:endParaRPr lang="en-US"/>
        </a:p>
      </dgm:t>
    </dgm:pt>
    <dgm:pt modelId="{F4496993-15BB-4AF8-BA72-CB3515814616}" type="sibTrans" cxnId="{D5BCF7DA-1BF9-47F8-A66D-8D0B06A4725D}">
      <dgm:prSet/>
      <dgm:spPr/>
      <dgm:t>
        <a:bodyPr/>
        <a:lstStyle/>
        <a:p>
          <a:endParaRPr lang="en-US"/>
        </a:p>
      </dgm:t>
    </dgm:pt>
    <dgm:pt modelId="{677B6CB8-D250-4629-AFC0-345A99C6DC63}" type="pres">
      <dgm:prSet presAssocID="{0464DE97-A096-44E7-9E9A-0DCA60A4AA1E}" presName="root" presStyleCnt="0">
        <dgm:presLayoutVars>
          <dgm:dir/>
          <dgm:resizeHandles val="exact"/>
        </dgm:presLayoutVars>
      </dgm:prSet>
      <dgm:spPr/>
    </dgm:pt>
    <dgm:pt modelId="{9AB48CD5-CE2E-40E8-9CDB-AFF5880AEC7C}" type="pres">
      <dgm:prSet presAssocID="{A3E6F00A-AF4E-41C7-AA03-78B5658C7851}" presName="compNode" presStyleCnt="0"/>
      <dgm:spPr/>
    </dgm:pt>
    <dgm:pt modelId="{A1892493-4A73-480E-9E4C-750BA1633FB9}" type="pres">
      <dgm:prSet presAssocID="{A3E6F00A-AF4E-41C7-AA03-78B5658C7851}" presName="bgRect" presStyleLbl="bgShp" presStyleIdx="0" presStyleCnt="3"/>
      <dgm:spPr/>
    </dgm:pt>
    <dgm:pt modelId="{890C3D73-A9F0-4335-8576-24E7BE949ED4}" type="pres">
      <dgm:prSet presAssocID="{A3E6F00A-AF4E-41C7-AA03-78B5658C785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66D40EE3-7FFF-42E1-9303-5C3BAC6942D6}" type="pres">
      <dgm:prSet presAssocID="{A3E6F00A-AF4E-41C7-AA03-78B5658C7851}" presName="spaceRect" presStyleCnt="0"/>
      <dgm:spPr/>
    </dgm:pt>
    <dgm:pt modelId="{AF9FD077-D343-4FE1-9F59-E6413D114502}" type="pres">
      <dgm:prSet presAssocID="{A3E6F00A-AF4E-41C7-AA03-78B5658C7851}" presName="parTx" presStyleLbl="revTx" presStyleIdx="0" presStyleCnt="3">
        <dgm:presLayoutVars>
          <dgm:chMax val="0"/>
          <dgm:chPref val="0"/>
        </dgm:presLayoutVars>
      </dgm:prSet>
      <dgm:spPr/>
    </dgm:pt>
    <dgm:pt modelId="{05F06398-D7C6-4ACD-8B54-B7E97FB19C3B}" type="pres">
      <dgm:prSet presAssocID="{37785DF5-7C9C-4BF1-BE6E-3EBBC32B0909}" presName="sibTrans" presStyleCnt="0"/>
      <dgm:spPr/>
    </dgm:pt>
    <dgm:pt modelId="{C72972A2-09D9-4B09-9194-A0D47904D288}" type="pres">
      <dgm:prSet presAssocID="{CB8ACCB2-446F-4591-8C78-9C21D98EC31D}" presName="compNode" presStyleCnt="0"/>
      <dgm:spPr/>
    </dgm:pt>
    <dgm:pt modelId="{D9F87E56-FD38-4DFA-BFEB-B9E13D1AEC99}" type="pres">
      <dgm:prSet presAssocID="{CB8ACCB2-446F-4591-8C78-9C21D98EC31D}" presName="bgRect" presStyleLbl="bgShp" presStyleIdx="1" presStyleCnt="3"/>
      <dgm:spPr/>
    </dgm:pt>
    <dgm:pt modelId="{0E79784F-717B-44C5-9633-7E6D51BD1B62}" type="pres">
      <dgm:prSet presAssocID="{CB8ACCB2-446F-4591-8C78-9C21D98EC31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DB58838D-5EC5-4FFA-BB8B-61BDD673F00A}" type="pres">
      <dgm:prSet presAssocID="{CB8ACCB2-446F-4591-8C78-9C21D98EC31D}" presName="spaceRect" presStyleCnt="0"/>
      <dgm:spPr/>
    </dgm:pt>
    <dgm:pt modelId="{3A1B9286-476A-43F4-9BFF-9D9DFCA303EF}" type="pres">
      <dgm:prSet presAssocID="{CB8ACCB2-446F-4591-8C78-9C21D98EC31D}" presName="parTx" presStyleLbl="revTx" presStyleIdx="1" presStyleCnt="3">
        <dgm:presLayoutVars>
          <dgm:chMax val="0"/>
          <dgm:chPref val="0"/>
        </dgm:presLayoutVars>
      </dgm:prSet>
      <dgm:spPr/>
    </dgm:pt>
    <dgm:pt modelId="{37B7306F-3C2A-4AC0-95FE-D114B3A53600}" type="pres">
      <dgm:prSet presAssocID="{6CA71D52-71E8-4C78-993F-9B52C8C6F3F8}" presName="sibTrans" presStyleCnt="0"/>
      <dgm:spPr/>
    </dgm:pt>
    <dgm:pt modelId="{437296C0-9F2F-45A4-95DF-5D89B85370C1}" type="pres">
      <dgm:prSet presAssocID="{35E48EBE-AADE-4E84-A4BE-455913F8E016}" presName="compNode" presStyleCnt="0"/>
      <dgm:spPr/>
    </dgm:pt>
    <dgm:pt modelId="{70F71C80-3BA4-4AD6-B9F2-AB71D1BB8FCF}" type="pres">
      <dgm:prSet presAssocID="{35E48EBE-AADE-4E84-A4BE-455913F8E016}" presName="bgRect" presStyleLbl="bgShp" presStyleIdx="2" presStyleCnt="3"/>
      <dgm:spPr/>
    </dgm:pt>
    <dgm:pt modelId="{DD546159-BC58-4E92-9380-2FE7CF378746}" type="pres">
      <dgm:prSet presAssocID="{35E48EBE-AADE-4E84-A4BE-455913F8E01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FD2E5183-0851-4596-9737-B89F8BCB63E0}" type="pres">
      <dgm:prSet presAssocID="{35E48EBE-AADE-4E84-A4BE-455913F8E016}" presName="spaceRect" presStyleCnt="0"/>
      <dgm:spPr/>
    </dgm:pt>
    <dgm:pt modelId="{97FF099E-872D-4F77-A8E4-9F83917C8348}" type="pres">
      <dgm:prSet presAssocID="{35E48EBE-AADE-4E84-A4BE-455913F8E01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4490C00-A762-4568-BFE9-2662F8A3CEB9}" type="presOf" srcId="{35E48EBE-AADE-4E84-A4BE-455913F8E016}" destId="{97FF099E-872D-4F77-A8E4-9F83917C8348}" srcOrd="0" destOrd="0" presId="urn:microsoft.com/office/officeart/2018/2/layout/IconVerticalSolidList"/>
    <dgm:cxn modelId="{866F066E-B7AA-4DA6-9FFE-6E9864623D79}" type="presOf" srcId="{0464DE97-A096-44E7-9E9A-0DCA60A4AA1E}" destId="{677B6CB8-D250-4629-AFC0-345A99C6DC63}" srcOrd="0" destOrd="0" presId="urn:microsoft.com/office/officeart/2018/2/layout/IconVerticalSolidList"/>
    <dgm:cxn modelId="{DFC69ACB-B062-4891-8834-2257D8967A6D}" type="presOf" srcId="{CB8ACCB2-446F-4591-8C78-9C21D98EC31D}" destId="{3A1B9286-476A-43F4-9BFF-9D9DFCA303EF}" srcOrd="0" destOrd="0" presId="urn:microsoft.com/office/officeart/2018/2/layout/IconVerticalSolidList"/>
    <dgm:cxn modelId="{174A03D5-36D1-420B-A6C2-82D7C04D2B23}" type="presOf" srcId="{A3E6F00A-AF4E-41C7-AA03-78B5658C7851}" destId="{AF9FD077-D343-4FE1-9F59-E6413D114502}" srcOrd="0" destOrd="0" presId="urn:microsoft.com/office/officeart/2018/2/layout/IconVerticalSolidList"/>
    <dgm:cxn modelId="{D5BCF7DA-1BF9-47F8-A66D-8D0B06A4725D}" srcId="{0464DE97-A096-44E7-9E9A-0DCA60A4AA1E}" destId="{35E48EBE-AADE-4E84-A4BE-455913F8E016}" srcOrd="2" destOrd="0" parTransId="{BFAD9A15-D3C5-46DB-BDBD-E73412A9AC2C}" sibTransId="{F4496993-15BB-4AF8-BA72-CB3515814616}"/>
    <dgm:cxn modelId="{B9CD14E8-38CA-40A9-A6C7-5C0F1B5E7AEF}" srcId="{0464DE97-A096-44E7-9E9A-0DCA60A4AA1E}" destId="{CB8ACCB2-446F-4591-8C78-9C21D98EC31D}" srcOrd="1" destOrd="0" parTransId="{924C5D3D-2A7C-4527-81EA-495A18E3673C}" sibTransId="{6CA71D52-71E8-4C78-993F-9B52C8C6F3F8}"/>
    <dgm:cxn modelId="{DB49CEEA-1A70-4AAB-9504-D1EF49A60DE7}" srcId="{0464DE97-A096-44E7-9E9A-0DCA60A4AA1E}" destId="{A3E6F00A-AF4E-41C7-AA03-78B5658C7851}" srcOrd="0" destOrd="0" parTransId="{FF782B4F-A8A6-4878-AD27-89A98E506E42}" sibTransId="{37785DF5-7C9C-4BF1-BE6E-3EBBC32B0909}"/>
    <dgm:cxn modelId="{DF912CB4-969E-4603-B827-7F84A7D43F72}" type="presParOf" srcId="{677B6CB8-D250-4629-AFC0-345A99C6DC63}" destId="{9AB48CD5-CE2E-40E8-9CDB-AFF5880AEC7C}" srcOrd="0" destOrd="0" presId="urn:microsoft.com/office/officeart/2018/2/layout/IconVerticalSolidList"/>
    <dgm:cxn modelId="{91B34E18-B18B-47C5-9E01-F0398CF319B7}" type="presParOf" srcId="{9AB48CD5-CE2E-40E8-9CDB-AFF5880AEC7C}" destId="{A1892493-4A73-480E-9E4C-750BA1633FB9}" srcOrd="0" destOrd="0" presId="urn:microsoft.com/office/officeart/2018/2/layout/IconVerticalSolidList"/>
    <dgm:cxn modelId="{78B61E2D-BFF1-4E2E-A422-7AE89000F9B8}" type="presParOf" srcId="{9AB48CD5-CE2E-40E8-9CDB-AFF5880AEC7C}" destId="{890C3D73-A9F0-4335-8576-24E7BE949ED4}" srcOrd="1" destOrd="0" presId="urn:microsoft.com/office/officeart/2018/2/layout/IconVerticalSolidList"/>
    <dgm:cxn modelId="{DEBD7F34-15C6-41D6-BEDB-301D9DD378B0}" type="presParOf" srcId="{9AB48CD5-CE2E-40E8-9CDB-AFF5880AEC7C}" destId="{66D40EE3-7FFF-42E1-9303-5C3BAC6942D6}" srcOrd="2" destOrd="0" presId="urn:microsoft.com/office/officeart/2018/2/layout/IconVerticalSolidList"/>
    <dgm:cxn modelId="{9E9F4842-F964-4071-AD7A-83322161EDA0}" type="presParOf" srcId="{9AB48CD5-CE2E-40E8-9CDB-AFF5880AEC7C}" destId="{AF9FD077-D343-4FE1-9F59-E6413D114502}" srcOrd="3" destOrd="0" presId="urn:microsoft.com/office/officeart/2018/2/layout/IconVerticalSolidList"/>
    <dgm:cxn modelId="{D232662B-47E8-474C-A6E4-C7E59096D6A0}" type="presParOf" srcId="{677B6CB8-D250-4629-AFC0-345A99C6DC63}" destId="{05F06398-D7C6-4ACD-8B54-B7E97FB19C3B}" srcOrd="1" destOrd="0" presId="urn:microsoft.com/office/officeart/2018/2/layout/IconVerticalSolidList"/>
    <dgm:cxn modelId="{F3BCA2FF-9C33-456A-92E4-8C9363A51DA6}" type="presParOf" srcId="{677B6CB8-D250-4629-AFC0-345A99C6DC63}" destId="{C72972A2-09D9-4B09-9194-A0D47904D288}" srcOrd="2" destOrd="0" presId="urn:microsoft.com/office/officeart/2018/2/layout/IconVerticalSolidList"/>
    <dgm:cxn modelId="{82762546-F470-4C17-A578-0A81C3787EB4}" type="presParOf" srcId="{C72972A2-09D9-4B09-9194-A0D47904D288}" destId="{D9F87E56-FD38-4DFA-BFEB-B9E13D1AEC99}" srcOrd="0" destOrd="0" presId="urn:microsoft.com/office/officeart/2018/2/layout/IconVerticalSolidList"/>
    <dgm:cxn modelId="{F1E629CD-278F-4CB6-A820-FEF25AD51005}" type="presParOf" srcId="{C72972A2-09D9-4B09-9194-A0D47904D288}" destId="{0E79784F-717B-44C5-9633-7E6D51BD1B62}" srcOrd="1" destOrd="0" presId="urn:microsoft.com/office/officeart/2018/2/layout/IconVerticalSolidList"/>
    <dgm:cxn modelId="{1BA167C6-9175-46CF-A2D9-64CD945253D1}" type="presParOf" srcId="{C72972A2-09D9-4B09-9194-A0D47904D288}" destId="{DB58838D-5EC5-4FFA-BB8B-61BDD673F00A}" srcOrd="2" destOrd="0" presId="urn:microsoft.com/office/officeart/2018/2/layout/IconVerticalSolidList"/>
    <dgm:cxn modelId="{D8B4A001-EBAE-4287-82B2-8AA34EAE042D}" type="presParOf" srcId="{C72972A2-09D9-4B09-9194-A0D47904D288}" destId="{3A1B9286-476A-43F4-9BFF-9D9DFCA303EF}" srcOrd="3" destOrd="0" presId="urn:microsoft.com/office/officeart/2018/2/layout/IconVerticalSolidList"/>
    <dgm:cxn modelId="{19EE2F97-9DA4-4555-980D-F74C2093126D}" type="presParOf" srcId="{677B6CB8-D250-4629-AFC0-345A99C6DC63}" destId="{37B7306F-3C2A-4AC0-95FE-D114B3A53600}" srcOrd="3" destOrd="0" presId="urn:microsoft.com/office/officeart/2018/2/layout/IconVerticalSolidList"/>
    <dgm:cxn modelId="{8EBF8986-80C5-4A45-9E23-E1BF5C26405A}" type="presParOf" srcId="{677B6CB8-D250-4629-AFC0-345A99C6DC63}" destId="{437296C0-9F2F-45A4-95DF-5D89B85370C1}" srcOrd="4" destOrd="0" presId="urn:microsoft.com/office/officeart/2018/2/layout/IconVerticalSolidList"/>
    <dgm:cxn modelId="{CD504634-B7C1-4D96-90E9-0F71B51F17B0}" type="presParOf" srcId="{437296C0-9F2F-45A4-95DF-5D89B85370C1}" destId="{70F71C80-3BA4-4AD6-B9F2-AB71D1BB8FCF}" srcOrd="0" destOrd="0" presId="urn:microsoft.com/office/officeart/2018/2/layout/IconVerticalSolidList"/>
    <dgm:cxn modelId="{1F5DD228-F206-4B89-80D7-5270E8D2FEB8}" type="presParOf" srcId="{437296C0-9F2F-45A4-95DF-5D89B85370C1}" destId="{DD546159-BC58-4E92-9380-2FE7CF378746}" srcOrd="1" destOrd="0" presId="urn:microsoft.com/office/officeart/2018/2/layout/IconVerticalSolidList"/>
    <dgm:cxn modelId="{EA84379E-4CDB-41E6-8816-9DAE0407F794}" type="presParOf" srcId="{437296C0-9F2F-45A4-95DF-5D89B85370C1}" destId="{FD2E5183-0851-4596-9737-B89F8BCB63E0}" srcOrd="2" destOrd="0" presId="urn:microsoft.com/office/officeart/2018/2/layout/IconVerticalSolidList"/>
    <dgm:cxn modelId="{FA5066FE-6480-489B-9BEA-00CC7EE7CB88}" type="presParOf" srcId="{437296C0-9F2F-45A4-95DF-5D89B85370C1}" destId="{97FF099E-872D-4F77-A8E4-9F83917C834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E948DE9-D859-421E-9211-6DD20634B36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30DC9C-E2DB-4B33-96E9-5EB110D448B2}">
      <dgm:prSet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700">
              <a:latin typeface="Calibri"/>
              <a:ea typeface="+mn-ea"/>
              <a:cs typeface="+mn-cs"/>
            </a:rPr>
            <a:t> Informs</a:t>
          </a:r>
          <a:r>
            <a:rPr lang="en-US" sz="2700">
              <a:ea typeface="+mn-ea"/>
              <a:cs typeface="+mn-cs"/>
            </a:rPr>
            <a:t> trader decision-making</a:t>
          </a:r>
        </a:p>
      </dgm:t>
    </dgm:pt>
    <dgm:pt modelId="{624D4E69-1D77-4E40-BFA0-3D904984D051}" type="parTrans" cxnId="{B4D31601-496D-41A7-B26C-E6398980962F}">
      <dgm:prSet/>
      <dgm:spPr/>
      <dgm:t>
        <a:bodyPr/>
        <a:lstStyle/>
        <a:p>
          <a:endParaRPr lang="en-US"/>
        </a:p>
      </dgm:t>
    </dgm:pt>
    <dgm:pt modelId="{F41C6692-76A7-4759-8F12-DC0E08909116}" type="sibTrans" cxnId="{B4D31601-496D-41A7-B26C-E6398980962F}">
      <dgm:prSet/>
      <dgm:spPr/>
      <dgm:t>
        <a:bodyPr/>
        <a:lstStyle/>
        <a:p>
          <a:endParaRPr lang="en-US"/>
        </a:p>
      </dgm:t>
    </dgm:pt>
    <dgm:pt modelId="{EDDF5649-CAF9-49C5-85D2-68C25CA1A2EA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en-US" sz="2700">
              <a:ea typeface="+mn-ea"/>
              <a:cs typeface="+mn-cs"/>
            </a:rPr>
            <a:t>Identifies macro drivers</a:t>
          </a:r>
        </a:p>
      </dgm:t>
    </dgm:pt>
    <dgm:pt modelId="{9270852E-8A88-4E55-8C9A-F20CEB08D404}" type="parTrans" cxnId="{542393B4-FF15-41B8-96B0-717BC9A31DBC}">
      <dgm:prSet/>
      <dgm:spPr/>
      <dgm:t>
        <a:bodyPr/>
        <a:lstStyle/>
        <a:p>
          <a:endParaRPr lang="en-US"/>
        </a:p>
      </dgm:t>
    </dgm:pt>
    <dgm:pt modelId="{67FF81D6-50BF-41EE-8331-378AB2FF62DB}" type="sibTrans" cxnId="{542393B4-FF15-41B8-96B0-717BC9A31DBC}">
      <dgm:prSet/>
      <dgm:spPr/>
      <dgm:t>
        <a:bodyPr/>
        <a:lstStyle/>
        <a:p>
          <a:endParaRPr lang="en-US"/>
        </a:p>
      </dgm:t>
    </dgm:pt>
    <dgm:pt modelId="{31FBA2A9-4749-47A9-9B70-04B75431FB2E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en-US" sz="2700">
              <a:ea typeface="+mn-ea"/>
              <a:cs typeface="+mn-cs"/>
            </a:rPr>
            <a:t>Framework for systematic strategies</a:t>
          </a:r>
        </a:p>
      </dgm:t>
    </dgm:pt>
    <dgm:pt modelId="{509225DA-ACF3-4141-9F23-C599729905BC}" type="parTrans" cxnId="{C8C26031-B2D0-40D5-959E-AC5548D4B449}">
      <dgm:prSet/>
      <dgm:spPr/>
      <dgm:t>
        <a:bodyPr/>
        <a:lstStyle/>
        <a:p>
          <a:endParaRPr lang="en-US"/>
        </a:p>
      </dgm:t>
    </dgm:pt>
    <dgm:pt modelId="{39F489A4-06AA-4C35-9157-A50B04B0ED0A}" type="sibTrans" cxnId="{C8C26031-B2D0-40D5-959E-AC5548D4B449}">
      <dgm:prSet/>
      <dgm:spPr/>
      <dgm:t>
        <a:bodyPr/>
        <a:lstStyle/>
        <a:p>
          <a:endParaRPr lang="en-US"/>
        </a:p>
      </dgm:t>
    </dgm:pt>
    <dgm:pt modelId="{D71D789D-D4BD-4D93-A25C-74A71222F748}" type="pres">
      <dgm:prSet presAssocID="{1E948DE9-D859-421E-9211-6DD20634B36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2C79ADF-677D-4B58-8445-18896BC7F228}" type="pres">
      <dgm:prSet presAssocID="{DF30DC9C-E2DB-4B33-96E9-5EB110D448B2}" presName="hierRoot1" presStyleCnt="0"/>
      <dgm:spPr/>
    </dgm:pt>
    <dgm:pt modelId="{BB14CA62-15A8-408F-AD94-F7AC139FAC3C}" type="pres">
      <dgm:prSet presAssocID="{DF30DC9C-E2DB-4B33-96E9-5EB110D448B2}" presName="composite" presStyleCnt="0"/>
      <dgm:spPr/>
    </dgm:pt>
    <dgm:pt modelId="{1030FE3B-A746-471E-BD5F-B6FB4CAA614D}" type="pres">
      <dgm:prSet presAssocID="{DF30DC9C-E2DB-4B33-96E9-5EB110D448B2}" presName="background" presStyleLbl="node0" presStyleIdx="0" presStyleCnt="3"/>
      <dgm:spPr/>
    </dgm:pt>
    <dgm:pt modelId="{FAE08ABB-11AF-4262-8DDE-6D6D0D46FA39}" type="pres">
      <dgm:prSet presAssocID="{DF30DC9C-E2DB-4B33-96E9-5EB110D448B2}" presName="text" presStyleLbl="fgAcc0" presStyleIdx="0" presStyleCnt="3">
        <dgm:presLayoutVars>
          <dgm:chPref val="3"/>
        </dgm:presLayoutVars>
      </dgm:prSet>
      <dgm:spPr/>
    </dgm:pt>
    <dgm:pt modelId="{3AFF117E-8923-49E1-A7A9-89144E1FE648}" type="pres">
      <dgm:prSet presAssocID="{DF30DC9C-E2DB-4B33-96E9-5EB110D448B2}" presName="hierChild2" presStyleCnt="0"/>
      <dgm:spPr/>
    </dgm:pt>
    <dgm:pt modelId="{BC8EA564-BEB8-4405-88C0-B655AEC9C3D8}" type="pres">
      <dgm:prSet presAssocID="{EDDF5649-CAF9-49C5-85D2-68C25CA1A2EA}" presName="hierRoot1" presStyleCnt="0"/>
      <dgm:spPr/>
    </dgm:pt>
    <dgm:pt modelId="{3E7573B8-2A12-4133-8F06-C0458F33BD60}" type="pres">
      <dgm:prSet presAssocID="{EDDF5649-CAF9-49C5-85D2-68C25CA1A2EA}" presName="composite" presStyleCnt="0"/>
      <dgm:spPr/>
    </dgm:pt>
    <dgm:pt modelId="{DB17B4E1-FF09-43EE-983C-B9B224C52FB8}" type="pres">
      <dgm:prSet presAssocID="{EDDF5649-CAF9-49C5-85D2-68C25CA1A2EA}" presName="background" presStyleLbl="node0" presStyleIdx="1" presStyleCnt="3"/>
      <dgm:spPr/>
    </dgm:pt>
    <dgm:pt modelId="{4E289BE2-B68E-4C4C-B65B-99620517D2D5}" type="pres">
      <dgm:prSet presAssocID="{EDDF5649-CAF9-49C5-85D2-68C25CA1A2EA}" presName="text" presStyleLbl="fgAcc0" presStyleIdx="1" presStyleCnt="3">
        <dgm:presLayoutVars>
          <dgm:chPref val="3"/>
        </dgm:presLayoutVars>
      </dgm:prSet>
      <dgm:spPr/>
    </dgm:pt>
    <dgm:pt modelId="{8DCEDDA7-7B29-43EA-B769-528896E121A3}" type="pres">
      <dgm:prSet presAssocID="{EDDF5649-CAF9-49C5-85D2-68C25CA1A2EA}" presName="hierChild2" presStyleCnt="0"/>
      <dgm:spPr/>
    </dgm:pt>
    <dgm:pt modelId="{E624A40F-6CB0-4E4B-BAFF-B0A92773EE3B}" type="pres">
      <dgm:prSet presAssocID="{31FBA2A9-4749-47A9-9B70-04B75431FB2E}" presName="hierRoot1" presStyleCnt="0"/>
      <dgm:spPr/>
    </dgm:pt>
    <dgm:pt modelId="{5A85EDDD-C894-44BC-B207-AA7227C4B1F0}" type="pres">
      <dgm:prSet presAssocID="{31FBA2A9-4749-47A9-9B70-04B75431FB2E}" presName="composite" presStyleCnt="0"/>
      <dgm:spPr/>
    </dgm:pt>
    <dgm:pt modelId="{E593B172-63EA-4979-80E0-F50853087B8E}" type="pres">
      <dgm:prSet presAssocID="{31FBA2A9-4749-47A9-9B70-04B75431FB2E}" presName="background" presStyleLbl="node0" presStyleIdx="2" presStyleCnt="3"/>
      <dgm:spPr/>
    </dgm:pt>
    <dgm:pt modelId="{27B7EC6E-8924-46A2-A51C-BF9899706F26}" type="pres">
      <dgm:prSet presAssocID="{31FBA2A9-4749-47A9-9B70-04B75431FB2E}" presName="text" presStyleLbl="fgAcc0" presStyleIdx="2" presStyleCnt="3">
        <dgm:presLayoutVars>
          <dgm:chPref val="3"/>
        </dgm:presLayoutVars>
      </dgm:prSet>
      <dgm:spPr/>
    </dgm:pt>
    <dgm:pt modelId="{68F2D7ED-E20F-46AB-9DC8-3C27B8CD3793}" type="pres">
      <dgm:prSet presAssocID="{31FBA2A9-4749-47A9-9B70-04B75431FB2E}" presName="hierChild2" presStyleCnt="0"/>
      <dgm:spPr/>
    </dgm:pt>
  </dgm:ptLst>
  <dgm:cxnLst>
    <dgm:cxn modelId="{B4D31601-496D-41A7-B26C-E6398980962F}" srcId="{1E948DE9-D859-421E-9211-6DD20634B36B}" destId="{DF30DC9C-E2DB-4B33-96E9-5EB110D448B2}" srcOrd="0" destOrd="0" parTransId="{624D4E69-1D77-4E40-BFA0-3D904984D051}" sibTransId="{F41C6692-76A7-4759-8F12-DC0E08909116}"/>
    <dgm:cxn modelId="{85F4D60C-F28A-482D-A2BB-B5BFCC40DCE3}" type="presOf" srcId="{DF30DC9C-E2DB-4B33-96E9-5EB110D448B2}" destId="{FAE08ABB-11AF-4262-8DDE-6D6D0D46FA39}" srcOrd="0" destOrd="0" presId="urn:microsoft.com/office/officeart/2005/8/layout/hierarchy1"/>
    <dgm:cxn modelId="{219E6C23-C216-4DBE-8AF3-298E84254C33}" type="presOf" srcId="{EDDF5649-CAF9-49C5-85D2-68C25CA1A2EA}" destId="{4E289BE2-B68E-4C4C-B65B-99620517D2D5}" srcOrd="0" destOrd="0" presId="urn:microsoft.com/office/officeart/2005/8/layout/hierarchy1"/>
    <dgm:cxn modelId="{C8C26031-B2D0-40D5-959E-AC5548D4B449}" srcId="{1E948DE9-D859-421E-9211-6DD20634B36B}" destId="{31FBA2A9-4749-47A9-9B70-04B75431FB2E}" srcOrd="2" destOrd="0" parTransId="{509225DA-ACF3-4141-9F23-C599729905BC}" sibTransId="{39F489A4-06AA-4C35-9157-A50B04B0ED0A}"/>
    <dgm:cxn modelId="{D9593E65-C2FB-4EE0-9301-6531A0527E9A}" type="presOf" srcId="{31FBA2A9-4749-47A9-9B70-04B75431FB2E}" destId="{27B7EC6E-8924-46A2-A51C-BF9899706F26}" srcOrd="0" destOrd="0" presId="urn:microsoft.com/office/officeart/2005/8/layout/hierarchy1"/>
    <dgm:cxn modelId="{3CCBAC9A-B820-42E9-872C-497F6E6D1921}" type="presOf" srcId="{1E948DE9-D859-421E-9211-6DD20634B36B}" destId="{D71D789D-D4BD-4D93-A25C-74A71222F748}" srcOrd="0" destOrd="0" presId="urn:microsoft.com/office/officeart/2005/8/layout/hierarchy1"/>
    <dgm:cxn modelId="{542393B4-FF15-41B8-96B0-717BC9A31DBC}" srcId="{1E948DE9-D859-421E-9211-6DD20634B36B}" destId="{EDDF5649-CAF9-49C5-85D2-68C25CA1A2EA}" srcOrd="1" destOrd="0" parTransId="{9270852E-8A88-4E55-8C9A-F20CEB08D404}" sibTransId="{67FF81D6-50BF-41EE-8331-378AB2FF62DB}"/>
    <dgm:cxn modelId="{2C97A812-1EEB-4636-8527-D40FEEAE4CF6}" type="presParOf" srcId="{D71D789D-D4BD-4D93-A25C-74A71222F748}" destId="{62C79ADF-677D-4B58-8445-18896BC7F228}" srcOrd="0" destOrd="0" presId="urn:microsoft.com/office/officeart/2005/8/layout/hierarchy1"/>
    <dgm:cxn modelId="{0AF7294D-0894-4FBA-BD3F-AD93E34ED4E4}" type="presParOf" srcId="{62C79ADF-677D-4B58-8445-18896BC7F228}" destId="{BB14CA62-15A8-408F-AD94-F7AC139FAC3C}" srcOrd="0" destOrd="0" presId="urn:microsoft.com/office/officeart/2005/8/layout/hierarchy1"/>
    <dgm:cxn modelId="{44CBBA39-5720-45DE-9664-6D6EB1BF421B}" type="presParOf" srcId="{BB14CA62-15A8-408F-AD94-F7AC139FAC3C}" destId="{1030FE3B-A746-471E-BD5F-B6FB4CAA614D}" srcOrd="0" destOrd="0" presId="urn:microsoft.com/office/officeart/2005/8/layout/hierarchy1"/>
    <dgm:cxn modelId="{7222480F-700B-4A57-B29A-E555DEF23606}" type="presParOf" srcId="{BB14CA62-15A8-408F-AD94-F7AC139FAC3C}" destId="{FAE08ABB-11AF-4262-8DDE-6D6D0D46FA39}" srcOrd="1" destOrd="0" presId="urn:microsoft.com/office/officeart/2005/8/layout/hierarchy1"/>
    <dgm:cxn modelId="{A5D1F426-9DF2-435D-BDA1-08F34C78B4F4}" type="presParOf" srcId="{62C79ADF-677D-4B58-8445-18896BC7F228}" destId="{3AFF117E-8923-49E1-A7A9-89144E1FE648}" srcOrd="1" destOrd="0" presId="urn:microsoft.com/office/officeart/2005/8/layout/hierarchy1"/>
    <dgm:cxn modelId="{A11AE16F-3C37-45CE-BED0-15041A201AAD}" type="presParOf" srcId="{D71D789D-D4BD-4D93-A25C-74A71222F748}" destId="{BC8EA564-BEB8-4405-88C0-B655AEC9C3D8}" srcOrd="1" destOrd="0" presId="urn:microsoft.com/office/officeart/2005/8/layout/hierarchy1"/>
    <dgm:cxn modelId="{BDBC2756-5A40-4033-AE7E-1581A7A03FE4}" type="presParOf" srcId="{BC8EA564-BEB8-4405-88C0-B655AEC9C3D8}" destId="{3E7573B8-2A12-4133-8F06-C0458F33BD60}" srcOrd="0" destOrd="0" presId="urn:microsoft.com/office/officeart/2005/8/layout/hierarchy1"/>
    <dgm:cxn modelId="{B88FB86C-DADA-41AA-93F2-3831B822F618}" type="presParOf" srcId="{3E7573B8-2A12-4133-8F06-C0458F33BD60}" destId="{DB17B4E1-FF09-43EE-983C-B9B224C52FB8}" srcOrd="0" destOrd="0" presId="urn:microsoft.com/office/officeart/2005/8/layout/hierarchy1"/>
    <dgm:cxn modelId="{E18725DA-5EA8-456F-A0C1-03EDFBB6CC1A}" type="presParOf" srcId="{3E7573B8-2A12-4133-8F06-C0458F33BD60}" destId="{4E289BE2-B68E-4C4C-B65B-99620517D2D5}" srcOrd="1" destOrd="0" presId="urn:microsoft.com/office/officeart/2005/8/layout/hierarchy1"/>
    <dgm:cxn modelId="{A4032942-2143-4D20-9DEF-587B2EB67321}" type="presParOf" srcId="{BC8EA564-BEB8-4405-88C0-B655AEC9C3D8}" destId="{8DCEDDA7-7B29-43EA-B769-528896E121A3}" srcOrd="1" destOrd="0" presId="urn:microsoft.com/office/officeart/2005/8/layout/hierarchy1"/>
    <dgm:cxn modelId="{12B42C4D-B24A-4F08-899A-F22181B388A3}" type="presParOf" srcId="{D71D789D-D4BD-4D93-A25C-74A71222F748}" destId="{E624A40F-6CB0-4E4B-BAFF-B0A92773EE3B}" srcOrd="2" destOrd="0" presId="urn:microsoft.com/office/officeart/2005/8/layout/hierarchy1"/>
    <dgm:cxn modelId="{58820149-1F2D-4409-86AD-BB73CFCDE49F}" type="presParOf" srcId="{E624A40F-6CB0-4E4B-BAFF-B0A92773EE3B}" destId="{5A85EDDD-C894-44BC-B207-AA7227C4B1F0}" srcOrd="0" destOrd="0" presId="urn:microsoft.com/office/officeart/2005/8/layout/hierarchy1"/>
    <dgm:cxn modelId="{ED27ABE1-146F-4586-9FFA-8EBBAD1B2CF3}" type="presParOf" srcId="{5A85EDDD-C894-44BC-B207-AA7227C4B1F0}" destId="{E593B172-63EA-4979-80E0-F50853087B8E}" srcOrd="0" destOrd="0" presId="urn:microsoft.com/office/officeart/2005/8/layout/hierarchy1"/>
    <dgm:cxn modelId="{341482A3-9E0C-4775-AAE8-DE12C864A524}" type="presParOf" srcId="{5A85EDDD-C894-44BC-B207-AA7227C4B1F0}" destId="{27B7EC6E-8924-46A2-A51C-BF9899706F26}" srcOrd="1" destOrd="0" presId="urn:microsoft.com/office/officeart/2005/8/layout/hierarchy1"/>
    <dgm:cxn modelId="{F0364846-96DE-42F9-9E17-029C09E67CCD}" type="presParOf" srcId="{E624A40F-6CB0-4E4B-BAFF-B0A92773EE3B}" destId="{68F2D7ED-E20F-46AB-9DC8-3C27B8CD379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E948DE9-D859-421E-9211-6DD20634B36B}" type="doc">
      <dgm:prSet loTypeId="urn:microsoft.com/office/officeart/2005/8/layout/hChevron3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AC63E6F-82B1-4F66-B191-8796A226A9D0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GB" sz="1700" b="1">
              <a:latin typeface="Segoe UI"/>
              <a:ea typeface="+mn-ea"/>
              <a:cs typeface="Segoe UI"/>
            </a:rPr>
            <a:t>“Is there any relationship between this macro variable and this FX pair?”</a:t>
          </a:r>
          <a:endParaRPr lang="en-US" sz="1700">
            <a:latin typeface="Calibri"/>
            <a:ea typeface="+mn-ea"/>
            <a:cs typeface="+mn-cs"/>
          </a:endParaRPr>
        </a:p>
      </dgm:t>
    </dgm:pt>
    <dgm:pt modelId="{934E23AC-44B5-437C-B45D-68F1B49DFB41}" type="parTrans" cxnId="{292EA319-C2E0-421F-B9BF-B2B5D3A43D61}">
      <dgm:prSet/>
      <dgm:spPr/>
    </dgm:pt>
    <dgm:pt modelId="{8E794ECD-2672-470D-ABA5-6D6EAB3F01C7}" type="sibTrans" cxnId="{292EA319-C2E0-421F-B9BF-B2B5D3A43D61}">
      <dgm:prSet/>
      <dgm:spPr/>
    </dgm:pt>
    <dgm:pt modelId="{199A3499-85D7-4148-B881-9530283D16B3}">
      <dgm:prSet phldrT="[Text]" phldr="0"/>
      <dgm:spPr/>
      <dgm:t>
        <a:bodyPr/>
        <a:lstStyle/>
        <a:p>
          <a:pPr algn="ctr" rtl="0">
            <a:lnSpc>
              <a:spcPct val="90000"/>
            </a:lnSpc>
          </a:pPr>
          <a:r>
            <a:rPr lang="en-GB" sz="1700" b="1">
              <a:latin typeface="Segoe UI"/>
              <a:ea typeface="+mn-ea"/>
              <a:cs typeface="Segoe UI"/>
            </a:rPr>
            <a:t>“Does USDJPY move 2–3 days after Fed rate changes?”</a:t>
          </a:r>
        </a:p>
      </dgm:t>
    </dgm:pt>
    <dgm:pt modelId="{89B9008C-29F5-4CE2-A804-C00A76B9F099}" type="parTrans" cxnId="{A224FDBF-113E-4A6A-A5D8-B00197D715E5}">
      <dgm:prSet/>
      <dgm:spPr/>
    </dgm:pt>
    <dgm:pt modelId="{3471B6E4-89F7-4143-9E1F-3EDC175FFEC0}" type="sibTrans" cxnId="{A224FDBF-113E-4A6A-A5D8-B00197D715E5}">
      <dgm:prSet/>
      <dgm:spPr/>
    </dgm:pt>
    <dgm:pt modelId="{B20AAC8D-B3F2-46A8-B03C-FC5902B8DB3F}">
      <dgm:prSet phldrT="[Text]" phldr="0"/>
      <dgm:spPr/>
      <dgm:t>
        <a:bodyPr/>
        <a:lstStyle/>
        <a:p>
          <a:pPr algn="l" rtl="0">
            <a:lnSpc>
              <a:spcPts val="1500"/>
            </a:lnSpc>
          </a:pPr>
          <a:r>
            <a:rPr lang="en-GB" sz="1700">
              <a:latin typeface="Segoe UI"/>
              <a:ea typeface="+mn-ea"/>
              <a:cs typeface="Segoe UI"/>
            </a:rPr>
            <a:t> Rolling correlation, Heatmap, Overlay chart</a:t>
          </a:r>
          <a:endParaRPr lang="en-US" sz="1700">
            <a:latin typeface="Segoe UI"/>
            <a:ea typeface="+mn-ea"/>
            <a:cs typeface="Segoe UI"/>
          </a:endParaRPr>
        </a:p>
      </dgm:t>
    </dgm:pt>
    <dgm:pt modelId="{F1B99F73-7F7D-45FB-9402-4F5A179872CA}" type="parTrans" cxnId="{9B5E3F8A-DCC5-4710-8B6A-1C4E5A6FC2FF}">
      <dgm:prSet/>
      <dgm:spPr/>
    </dgm:pt>
    <dgm:pt modelId="{9E3FE8C2-82BF-4E3E-A83C-6FA4F875184E}" type="sibTrans" cxnId="{9B5E3F8A-DCC5-4710-8B6A-1C4E5A6FC2FF}">
      <dgm:prSet/>
      <dgm:spPr/>
    </dgm:pt>
    <dgm:pt modelId="{55CC3AEB-386B-47D0-90FA-ED69B62631E0}" type="pres">
      <dgm:prSet presAssocID="{1E948DE9-D859-421E-9211-6DD20634B36B}" presName="Name0" presStyleCnt="0">
        <dgm:presLayoutVars>
          <dgm:dir/>
          <dgm:resizeHandles val="exact"/>
        </dgm:presLayoutVars>
      </dgm:prSet>
      <dgm:spPr/>
    </dgm:pt>
    <dgm:pt modelId="{CB46A56B-6FF8-48E0-9BF7-828038174E29}" type="pres">
      <dgm:prSet presAssocID="{B20AAC8D-B3F2-46A8-B03C-FC5902B8DB3F}" presName="parTxOnly" presStyleLbl="node1" presStyleIdx="0" presStyleCnt="3">
        <dgm:presLayoutVars>
          <dgm:bulletEnabled val="1"/>
        </dgm:presLayoutVars>
      </dgm:prSet>
      <dgm:spPr/>
    </dgm:pt>
    <dgm:pt modelId="{2590278A-7314-4A19-8FF5-CB6FC15EAFEC}" type="pres">
      <dgm:prSet presAssocID="{9E3FE8C2-82BF-4E3E-A83C-6FA4F875184E}" presName="parSpace" presStyleCnt="0"/>
      <dgm:spPr/>
    </dgm:pt>
    <dgm:pt modelId="{1E2EE949-5AB7-4C8E-B237-64C249BEC7F8}" type="pres">
      <dgm:prSet presAssocID="{0AC63E6F-82B1-4F66-B191-8796A226A9D0}" presName="parTxOnly" presStyleLbl="node1" presStyleIdx="1" presStyleCnt="3">
        <dgm:presLayoutVars>
          <dgm:bulletEnabled val="1"/>
        </dgm:presLayoutVars>
      </dgm:prSet>
      <dgm:spPr/>
    </dgm:pt>
    <dgm:pt modelId="{6AA2A3C0-1BD2-4769-8939-C27983EDFD64}" type="pres">
      <dgm:prSet presAssocID="{8E794ECD-2672-470D-ABA5-6D6EAB3F01C7}" presName="parSpace" presStyleCnt="0"/>
      <dgm:spPr/>
    </dgm:pt>
    <dgm:pt modelId="{005D23FE-C061-4C2D-815E-5C1F3BE130B4}" type="pres">
      <dgm:prSet presAssocID="{199A3499-85D7-4148-B881-9530283D16B3}" presName="parTxOnly" presStyleLbl="node1" presStyleIdx="2" presStyleCnt="3">
        <dgm:presLayoutVars>
          <dgm:bulletEnabled val="1"/>
        </dgm:presLayoutVars>
      </dgm:prSet>
      <dgm:spPr/>
    </dgm:pt>
  </dgm:ptLst>
  <dgm:cxnLst>
    <dgm:cxn modelId="{292EA319-C2E0-421F-B9BF-B2B5D3A43D61}" srcId="{1E948DE9-D859-421E-9211-6DD20634B36B}" destId="{0AC63E6F-82B1-4F66-B191-8796A226A9D0}" srcOrd="1" destOrd="0" parTransId="{934E23AC-44B5-437C-B45D-68F1B49DFB41}" sibTransId="{8E794ECD-2672-470D-ABA5-6D6EAB3F01C7}"/>
    <dgm:cxn modelId="{8D059921-AA37-459F-A819-562938582A18}" type="presOf" srcId="{B20AAC8D-B3F2-46A8-B03C-FC5902B8DB3F}" destId="{CB46A56B-6FF8-48E0-9BF7-828038174E29}" srcOrd="0" destOrd="0" presId="urn:microsoft.com/office/officeart/2005/8/layout/hChevron3"/>
    <dgm:cxn modelId="{FAECA67C-A3D1-4EF4-A223-31BB2DB47AA8}" type="presOf" srcId="{1E948DE9-D859-421E-9211-6DD20634B36B}" destId="{55CC3AEB-386B-47D0-90FA-ED69B62631E0}" srcOrd="0" destOrd="0" presId="urn:microsoft.com/office/officeart/2005/8/layout/hChevron3"/>
    <dgm:cxn modelId="{9B5E3F8A-DCC5-4710-8B6A-1C4E5A6FC2FF}" srcId="{1E948DE9-D859-421E-9211-6DD20634B36B}" destId="{B20AAC8D-B3F2-46A8-B03C-FC5902B8DB3F}" srcOrd="0" destOrd="0" parTransId="{F1B99F73-7F7D-45FB-9402-4F5A179872CA}" sibTransId="{9E3FE8C2-82BF-4E3E-A83C-6FA4F875184E}"/>
    <dgm:cxn modelId="{A224FDBF-113E-4A6A-A5D8-B00197D715E5}" srcId="{1E948DE9-D859-421E-9211-6DD20634B36B}" destId="{199A3499-85D7-4148-B881-9530283D16B3}" srcOrd="2" destOrd="0" parTransId="{89B9008C-29F5-4CE2-A804-C00A76B9F099}" sibTransId="{3471B6E4-89F7-4143-9E1F-3EDC175FFEC0}"/>
    <dgm:cxn modelId="{562B1CDD-748D-4A53-A5C8-0C9A050E9B6D}" type="presOf" srcId="{0AC63E6F-82B1-4F66-B191-8796A226A9D0}" destId="{1E2EE949-5AB7-4C8E-B237-64C249BEC7F8}" srcOrd="0" destOrd="0" presId="urn:microsoft.com/office/officeart/2005/8/layout/hChevron3"/>
    <dgm:cxn modelId="{5CBB0BE2-F245-47EA-BED0-023ACE3DA0CE}" type="presOf" srcId="{199A3499-85D7-4148-B881-9530283D16B3}" destId="{005D23FE-C061-4C2D-815E-5C1F3BE130B4}" srcOrd="0" destOrd="0" presId="urn:microsoft.com/office/officeart/2005/8/layout/hChevron3"/>
    <dgm:cxn modelId="{21C39610-41CF-4DC2-BF96-E538068F3D76}" type="presParOf" srcId="{55CC3AEB-386B-47D0-90FA-ED69B62631E0}" destId="{CB46A56B-6FF8-48E0-9BF7-828038174E29}" srcOrd="0" destOrd="0" presId="urn:microsoft.com/office/officeart/2005/8/layout/hChevron3"/>
    <dgm:cxn modelId="{B9CC9525-2825-4DF8-BBD3-5242D5D5A9F6}" type="presParOf" srcId="{55CC3AEB-386B-47D0-90FA-ED69B62631E0}" destId="{2590278A-7314-4A19-8FF5-CB6FC15EAFEC}" srcOrd="1" destOrd="0" presId="urn:microsoft.com/office/officeart/2005/8/layout/hChevron3"/>
    <dgm:cxn modelId="{401E1E24-51B2-404E-826D-B2C97A304D88}" type="presParOf" srcId="{55CC3AEB-386B-47D0-90FA-ED69B62631E0}" destId="{1E2EE949-5AB7-4C8E-B237-64C249BEC7F8}" srcOrd="2" destOrd="0" presId="urn:microsoft.com/office/officeart/2005/8/layout/hChevron3"/>
    <dgm:cxn modelId="{69C7520F-DF53-4279-9D8D-36973562AC0D}" type="presParOf" srcId="{55CC3AEB-386B-47D0-90FA-ED69B62631E0}" destId="{6AA2A3C0-1BD2-4769-8939-C27983EDFD64}" srcOrd="3" destOrd="0" presId="urn:microsoft.com/office/officeart/2005/8/layout/hChevron3"/>
    <dgm:cxn modelId="{A22BF20B-FA16-46CA-8E09-961345379E40}" type="presParOf" srcId="{55CC3AEB-386B-47D0-90FA-ED69B62631E0}" destId="{005D23FE-C061-4C2D-815E-5C1F3BE130B4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2E392AF-0720-41C3-8438-257A26BD8BFD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30DF25B-87D2-41CB-812B-F0F34CA0C83B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en-US" sz="1600">
              <a:ea typeface="+mn-ea"/>
              <a:cs typeface="+mn-cs"/>
            </a:rPr>
            <a:t>No </a:t>
          </a:r>
          <a:r>
            <a:rPr lang="en-US" sz="1600" err="1">
              <a:ea typeface="+mn-ea"/>
              <a:cs typeface="+mn-cs"/>
            </a:rPr>
            <a:t>backtesting</a:t>
          </a:r>
          <a:endParaRPr lang="en-US" sz="1600">
            <a:ea typeface="+mn-ea"/>
            <a:cs typeface="+mn-cs"/>
          </a:endParaRPr>
        </a:p>
      </dgm:t>
    </dgm:pt>
    <dgm:pt modelId="{8DB88E6E-5E54-4856-8DEE-3ACE03131994}" type="parTrans" cxnId="{4C0E5683-D3F3-4A6F-9EC6-2B2FFFE63562}">
      <dgm:prSet/>
      <dgm:spPr/>
      <dgm:t>
        <a:bodyPr/>
        <a:lstStyle/>
        <a:p>
          <a:endParaRPr lang="en-US"/>
        </a:p>
      </dgm:t>
    </dgm:pt>
    <dgm:pt modelId="{5D097A71-0D26-43B2-B32E-8D0F729F62CE}" type="sibTrans" cxnId="{4C0E5683-D3F3-4A6F-9EC6-2B2FFFE63562}">
      <dgm:prSet/>
      <dgm:spPr/>
      <dgm:t>
        <a:bodyPr/>
        <a:lstStyle/>
        <a:p>
          <a:endParaRPr lang="en-US"/>
        </a:p>
      </dgm:t>
    </dgm:pt>
    <dgm:pt modelId="{B027ED15-669F-46E6-9053-E99454948178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en-US" sz="1600">
              <a:ea typeface="+mn-ea"/>
              <a:cs typeface="+mn-cs"/>
            </a:rPr>
            <a:t>No risk modelling</a:t>
          </a:r>
        </a:p>
      </dgm:t>
    </dgm:pt>
    <dgm:pt modelId="{3BE0B03E-B1F7-4EC7-B53C-AF8830944074}" type="parTrans" cxnId="{71C72D3A-DA55-49DB-ADCC-314006487E96}">
      <dgm:prSet/>
      <dgm:spPr/>
      <dgm:t>
        <a:bodyPr/>
        <a:lstStyle/>
        <a:p>
          <a:endParaRPr lang="en-US"/>
        </a:p>
      </dgm:t>
    </dgm:pt>
    <dgm:pt modelId="{6A674732-28A5-4202-B15D-7877E9E103C5}" type="sibTrans" cxnId="{71C72D3A-DA55-49DB-ADCC-314006487E96}">
      <dgm:prSet/>
      <dgm:spPr/>
      <dgm:t>
        <a:bodyPr/>
        <a:lstStyle/>
        <a:p>
          <a:endParaRPr lang="en-US"/>
        </a:p>
      </dgm:t>
    </dgm:pt>
    <dgm:pt modelId="{9C60EFB8-E9AF-40F4-8282-A3DF6A7039E3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en-US" sz="1600">
              <a:ea typeface="+mn-ea"/>
              <a:cs typeface="+mn-cs"/>
            </a:rPr>
            <a:t>Correlation ≠ causation</a:t>
          </a:r>
        </a:p>
      </dgm:t>
    </dgm:pt>
    <dgm:pt modelId="{0B913D26-AD2B-4AA0-BB7D-D53D3F376130}" type="parTrans" cxnId="{517D4990-8B59-4F22-A9BD-099258AE3BB3}">
      <dgm:prSet/>
      <dgm:spPr/>
      <dgm:t>
        <a:bodyPr/>
        <a:lstStyle/>
        <a:p>
          <a:endParaRPr lang="en-US"/>
        </a:p>
      </dgm:t>
    </dgm:pt>
    <dgm:pt modelId="{B0176BC4-3C21-4F18-8BA5-3F849541D185}" type="sibTrans" cxnId="{517D4990-8B59-4F22-A9BD-099258AE3BB3}">
      <dgm:prSet/>
      <dgm:spPr/>
      <dgm:t>
        <a:bodyPr/>
        <a:lstStyle/>
        <a:p>
          <a:endParaRPr lang="en-US"/>
        </a:p>
      </dgm:t>
    </dgm:pt>
    <dgm:pt modelId="{BE6110A3-8F0B-4A98-BA36-CF3D25EE91A8}" type="pres">
      <dgm:prSet presAssocID="{E2E392AF-0720-41C3-8438-257A26BD8BF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2E5403F-043E-4441-944A-2EC9FD69D66A}" type="pres">
      <dgm:prSet presAssocID="{630DF25B-87D2-41CB-812B-F0F34CA0C83B}" presName="hierRoot1" presStyleCnt="0"/>
      <dgm:spPr/>
    </dgm:pt>
    <dgm:pt modelId="{70EABFF4-F42B-43DF-8FE6-26467E4BA095}" type="pres">
      <dgm:prSet presAssocID="{630DF25B-87D2-41CB-812B-F0F34CA0C83B}" presName="composite" presStyleCnt="0"/>
      <dgm:spPr/>
    </dgm:pt>
    <dgm:pt modelId="{D35F15E5-90E6-48C5-BBEC-2634DFDEA869}" type="pres">
      <dgm:prSet presAssocID="{630DF25B-87D2-41CB-812B-F0F34CA0C83B}" presName="background" presStyleLbl="node0" presStyleIdx="0" presStyleCnt="3"/>
      <dgm:spPr/>
    </dgm:pt>
    <dgm:pt modelId="{220C08AB-D47B-4EE1-9C0B-3A48403FC224}" type="pres">
      <dgm:prSet presAssocID="{630DF25B-87D2-41CB-812B-F0F34CA0C83B}" presName="text" presStyleLbl="fgAcc0" presStyleIdx="0" presStyleCnt="3">
        <dgm:presLayoutVars>
          <dgm:chPref val="3"/>
        </dgm:presLayoutVars>
      </dgm:prSet>
      <dgm:spPr/>
    </dgm:pt>
    <dgm:pt modelId="{3D8E01FF-B9ED-442E-B297-7851DB7E9FDC}" type="pres">
      <dgm:prSet presAssocID="{630DF25B-87D2-41CB-812B-F0F34CA0C83B}" presName="hierChild2" presStyleCnt="0"/>
      <dgm:spPr/>
    </dgm:pt>
    <dgm:pt modelId="{6C2F9F6D-7D7C-433E-B788-61623B502A26}" type="pres">
      <dgm:prSet presAssocID="{B027ED15-669F-46E6-9053-E99454948178}" presName="hierRoot1" presStyleCnt="0"/>
      <dgm:spPr/>
    </dgm:pt>
    <dgm:pt modelId="{DCFACB4B-AE0E-42CE-BB60-8C23DBCFBC51}" type="pres">
      <dgm:prSet presAssocID="{B027ED15-669F-46E6-9053-E99454948178}" presName="composite" presStyleCnt="0"/>
      <dgm:spPr/>
    </dgm:pt>
    <dgm:pt modelId="{04723382-0593-4961-AD31-E79FC86166DE}" type="pres">
      <dgm:prSet presAssocID="{B027ED15-669F-46E6-9053-E99454948178}" presName="background" presStyleLbl="node0" presStyleIdx="1" presStyleCnt="3"/>
      <dgm:spPr/>
    </dgm:pt>
    <dgm:pt modelId="{D5E34E8D-C891-4B97-A225-42FCF9822060}" type="pres">
      <dgm:prSet presAssocID="{B027ED15-669F-46E6-9053-E99454948178}" presName="text" presStyleLbl="fgAcc0" presStyleIdx="1" presStyleCnt="3">
        <dgm:presLayoutVars>
          <dgm:chPref val="3"/>
        </dgm:presLayoutVars>
      </dgm:prSet>
      <dgm:spPr/>
    </dgm:pt>
    <dgm:pt modelId="{B1518C35-AD2D-4623-A210-E0342DD609B2}" type="pres">
      <dgm:prSet presAssocID="{B027ED15-669F-46E6-9053-E99454948178}" presName="hierChild2" presStyleCnt="0"/>
      <dgm:spPr/>
    </dgm:pt>
    <dgm:pt modelId="{7EAF7FE9-56D4-4264-9471-9BE51DE2F3F1}" type="pres">
      <dgm:prSet presAssocID="{9C60EFB8-E9AF-40F4-8282-A3DF6A7039E3}" presName="hierRoot1" presStyleCnt="0"/>
      <dgm:spPr/>
    </dgm:pt>
    <dgm:pt modelId="{D4ABE8B5-4E0D-412D-A25E-1636ABAEB041}" type="pres">
      <dgm:prSet presAssocID="{9C60EFB8-E9AF-40F4-8282-A3DF6A7039E3}" presName="composite" presStyleCnt="0"/>
      <dgm:spPr/>
    </dgm:pt>
    <dgm:pt modelId="{678EA943-3507-4C53-9C60-DF3A247196CA}" type="pres">
      <dgm:prSet presAssocID="{9C60EFB8-E9AF-40F4-8282-A3DF6A7039E3}" presName="background" presStyleLbl="node0" presStyleIdx="2" presStyleCnt="3"/>
      <dgm:spPr/>
    </dgm:pt>
    <dgm:pt modelId="{B6477853-C0EE-4554-97FB-3A1DCD384F56}" type="pres">
      <dgm:prSet presAssocID="{9C60EFB8-E9AF-40F4-8282-A3DF6A7039E3}" presName="text" presStyleLbl="fgAcc0" presStyleIdx="2" presStyleCnt="3">
        <dgm:presLayoutVars>
          <dgm:chPref val="3"/>
        </dgm:presLayoutVars>
      </dgm:prSet>
      <dgm:spPr/>
    </dgm:pt>
    <dgm:pt modelId="{CC54579F-6C32-4010-AC78-3BF2B36D66EA}" type="pres">
      <dgm:prSet presAssocID="{9C60EFB8-E9AF-40F4-8282-A3DF6A7039E3}" presName="hierChild2" presStyleCnt="0"/>
      <dgm:spPr/>
    </dgm:pt>
  </dgm:ptLst>
  <dgm:cxnLst>
    <dgm:cxn modelId="{B8D01307-F8BF-41E9-9CE7-3FA447A8955F}" type="presOf" srcId="{9C60EFB8-E9AF-40F4-8282-A3DF6A7039E3}" destId="{B6477853-C0EE-4554-97FB-3A1DCD384F56}" srcOrd="0" destOrd="0" presId="urn:microsoft.com/office/officeart/2005/8/layout/hierarchy1"/>
    <dgm:cxn modelId="{71C72D3A-DA55-49DB-ADCC-314006487E96}" srcId="{E2E392AF-0720-41C3-8438-257A26BD8BFD}" destId="{B027ED15-669F-46E6-9053-E99454948178}" srcOrd="1" destOrd="0" parTransId="{3BE0B03E-B1F7-4EC7-B53C-AF8830944074}" sibTransId="{6A674732-28A5-4202-B15D-7877E9E103C5}"/>
    <dgm:cxn modelId="{EA953B5F-A996-4580-A2B9-275236B84F75}" type="presOf" srcId="{630DF25B-87D2-41CB-812B-F0F34CA0C83B}" destId="{220C08AB-D47B-4EE1-9C0B-3A48403FC224}" srcOrd="0" destOrd="0" presId="urn:microsoft.com/office/officeart/2005/8/layout/hierarchy1"/>
    <dgm:cxn modelId="{4C0E5683-D3F3-4A6F-9EC6-2B2FFFE63562}" srcId="{E2E392AF-0720-41C3-8438-257A26BD8BFD}" destId="{630DF25B-87D2-41CB-812B-F0F34CA0C83B}" srcOrd="0" destOrd="0" parTransId="{8DB88E6E-5E54-4856-8DEE-3ACE03131994}" sibTransId="{5D097A71-0D26-43B2-B32E-8D0F729F62CE}"/>
    <dgm:cxn modelId="{517D4990-8B59-4F22-A9BD-099258AE3BB3}" srcId="{E2E392AF-0720-41C3-8438-257A26BD8BFD}" destId="{9C60EFB8-E9AF-40F4-8282-A3DF6A7039E3}" srcOrd="2" destOrd="0" parTransId="{0B913D26-AD2B-4AA0-BB7D-D53D3F376130}" sibTransId="{B0176BC4-3C21-4F18-8BA5-3F849541D185}"/>
    <dgm:cxn modelId="{AEA7DEB6-61AE-4273-9E75-FCF07C219A34}" type="presOf" srcId="{B027ED15-669F-46E6-9053-E99454948178}" destId="{D5E34E8D-C891-4B97-A225-42FCF9822060}" srcOrd="0" destOrd="0" presId="urn:microsoft.com/office/officeart/2005/8/layout/hierarchy1"/>
    <dgm:cxn modelId="{57C186BB-9A89-4822-9C5A-A58806AFFDE6}" type="presOf" srcId="{E2E392AF-0720-41C3-8438-257A26BD8BFD}" destId="{BE6110A3-8F0B-4A98-BA36-CF3D25EE91A8}" srcOrd="0" destOrd="0" presId="urn:microsoft.com/office/officeart/2005/8/layout/hierarchy1"/>
    <dgm:cxn modelId="{50D1CD03-5B43-4955-BEDA-C902686ABCC2}" type="presParOf" srcId="{BE6110A3-8F0B-4A98-BA36-CF3D25EE91A8}" destId="{92E5403F-043E-4441-944A-2EC9FD69D66A}" srcOrd="0" destOrd="0" presId="urn:microsoft.com/office/officeart/2005/8/layout/hierarchy1"/>
    <dgm:cxn modelId="{6F67BC06-F6DA-4608-A2DD-6E4EDC061E39}" type="presParOf" srcId="{92E5403F-043E-4441-944A-2EC9FD69D66A}" destId="{70EABFF4-F42B-43DF-8FE6-26467E4BA095}" srcOrd="0" destOrd="0" presId="urn:microsoft.com/office/officeart/2005/8/layout/hierarchy1"/>
    <dgm:cxn modelId="{A651087F-277F-4FA2-AFAF-14D13C0C1276}" type="presParOf" srcId="{70EABFF4-F42B-43DF-8FE6-26467E4BA095}" destId="{D35F15E5-90E6-48C5-BBEC-2634DFDEA869}" srcOrd="0" destOrd="0" presId="urn:microsoft.com/office/officeart/2005/8/layout/hierarchy1"/>
    <dgm:cxn modelId="{E3E0D8C2-7087-468A-8D90-42D0FAB7F1AC}" type="presParOf" srcId="{70EABFF4-F42B-43DF-8FE6-26467E4BA095}" destId="{220C08AB-D47B-4EE1-9C0B-3A48403FC224}" srcOrd="1" destOrd="0" presId="urn:microsoft.com/office/officeart/2005/8/layout/hierarchy1"/>
    <dgm:cxn modelId="{820903E9-697D-4C2A-AD13-A66E2CD88402}" type="presParOf" srcId="{92E5403F-043E-4441-944A-2EC9FD69D66A}" destId="{3D8E01FF-B9ED-442E-B297-7851DB7E9FDC}" srcOrd="1" destOrd="0" presId="urn:microsoft.com/office/officeart/2005/8/layout/hierarchy1"/>
    <dgm:cxn modelId="{545FAFA4-1C3E-4A81-93A8-D1118E135F20}" type="presParOf" srcId="{BE6110A3-8F0B-4A98-BA36-CF3D25EE91A8}" destId="{6C2F9F6D-7D7C-433E-B788-61623B502A26}" srcOrd="1" destOrd="0" presId="urn:microsoft.com/office/officeart/2005/8/layout/hierarchy1"/>
    <dgm:cxn modelId="{111849C9-442F-42D0-821D-190AC9ED182E}" type="presParOf" srcId="{6C2F9F6D-7D7C-433E-B788-61623B502A26}" destId="{DCFACB4B-AE0E-42CE-BB60-8C23DBCFBC51}" srcOrd="0" destOrd="0" presId="urn:microsoft.com/office/officeart/2005/8/layout/hierarchy1"/>
    <dgm:cxn modelId="{B3D9742D-DFBA-405B-8E7B-572293CBBF06}" type="presParOf" srcId="{DCFACB4B-AE0E-42CE-BB60-8C23DBCFBC51}" destId="{04723382-0593-4961-AD31-E79FC86166DE}" srcOrd="0" destOrd="0" presId="urn:microsoft.com/office/officeart/2005/8/layout/hierarchy1"/>
    <dgm:cxn modelId="{75B5C3B6-D52F-4F77-B12A-89FC3FDF6DDD}" type="presParOf" srcId="{DCFACB4B-AE0E-42CE-BB60-8C23DBCFBC51}" destId="{D5E34E8D-C891-4B97-A225-42FCF9822060}" srcOrd="1" destOrd="0" presId="urn:microsoft.com/office/officeart/2005/8/layout/hierarchy1"/>
    <dgm:cxn modelId="{9108F90A-5672-41FD-B2C7-D5CD4F42A742}" type="presParOf" srcId="{6C2F9F6D-7D7C-433E-B788-61623B502A26}" destId="{B1518C35-AD2D-4623-A210-E0342DD609B2}" srcOrd="1" destOrd="0" presId="urn:microsoft.com/office/officeart/2005/8/layout/hierarchy1"/>
    <dgm:cxn modelId="{CD981AAC-3263-49AA-A856-1F6804F93E24}" type="presParOf" srcId="{BE6110A3-8F0B-4A98-BA36-CF3D25EE91A8}" destId="{7EAF7FE9-56D4-4264-9471-9BE51DE2F3F1}" srcOrd="2" destOrd="0" presId="urn:microsoft.com/office/officeart/2005/8/layout/hierarchy1"/>
    <dgm:cxn modelId="{F72A32DD-1791-49E9-BD59-5626523F758E}" type="presParOf" srcId="{7EAF7FE9-56D4-4264-9471-9BE51DE2F3F1}" destId="{D4ABE8B5-4E0D-412D-A25E-1636ABAEB041}" srcOrd="0" destOrd="0" presId="urn:microsoft.com/office/officeart/2005/8/layout/hierarchy1"/>
    <dgm:cxn modelId="{2BF33FC3-E990-477B-B432-439AFDFBA519}" type="presParOf" srcId="{D4ABE8B5-4E0D-412D-A25E-1636ABAEB041}" destId="{678EA943-3507-4C53-9C60-DF3A247196CA}" srcOrd="0" destOrd="0" presId="urn:microsoft.com/office/officeart/2005/8/layout/hierarchy1"/>
    <dgm:cxn modelId="{B787FB5F-8F22-4C82-B1D1-7A52E9459714}" type="presParOf" srcId="{D4ABE8B5-4E0D-412D-A25E-1636ABAEB041}" destId="{B6477853-C0EE-4554-97FB-3A1DCD384F56}" srcOrd="1" destOrd="0" presId="urn:microsoft.com/office/officeart/2005/8/layout/hierarchy1"/>
    <dgm:cxn modelId="{8FCA5E12-E554-4EA5-B941-D912E29E12A6}" type="presParOf" srcId="{7EAF7FE9-56D4-4264-9471-9BE51DE2F3F1}" destId="{CC54579F-6C32-4010-AC78-3BF2B36D66E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AD471D3-3E36-49FA-AD28-68EFEDE241ED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B0B9B3D-23BC-47CE-9BAD-8CD2C428353C}">
      <dgm:prSet/>
      <dgm:spPr/>
      <dgm:t>
        <a:bodyPr/>
        <a:lstStyle/>
        <a:p>
          <a:r>
            <a:rPr lang="en-US"/>
            <a:t>- Backtesting &amp; PnL</a:t>
          </a:r>
        </a:p>
      </dgm:t>
    </dgm:pt>
    <dgm:pt modelId="{E4E73B66-6F33-47DF-9BD3-BB324895771E}" type="parTrans" cxnId="{55DCB8F1-5C18-4272-AC02-CFD8ADC596C5}">
      <dgm:prSet/>
      <dgm:spPr/>
      <dgm:t>
        <a:bodyPr/>
        <a:lstStyle/>
        <a:p>
          <a:endParaRPr lang="en-US"/>
        </a:p>
      </dgm:t>
    </dgm:pt>
    <dgm:pt modelId="{6A7DA8DC-1919-4C95-A446-C42C7909011F}" type="sibTrans" cxnId="{55DCB8F1-5C18-4272-AC02-CFD8ADC596C5}">
      <dgm:prSet/>
      <dgm:spPr/>
      <dgm:t>
        <a:bodyPr/>
        <a:lstStyle/>
        <a:p>
          <a:endParaRPr lang="en-US"/>
        </a:p>
      </dgm:t>
    </dgm:pt>
    <dgm:pt modelId="{5D7022F1-4571-4574-8699-5680152B5706}">
      <dgm:prSet/>
      <dgm:spPr/>
      <dgm:t>
        <a:bodyPr/>
        <a:lstStyle/>
        <a:p>
          <a:r>
            <a:rPr lang="en-US"/>
            <a:t>- Sharpe ratio</a:t>
          </a:r>
        </a:p>
      </dgm:t>
    </dgm:pt>
    <dgm:pt modelId="{28C43161-7530-4320-A161-68C5031C5293}" type="parTrans" cxnId="{D4C7CD05-F3F8-450C-AB90-0466BD952D06}">
      <dgm:prSet/>
      <dgm:spPr/>
      <dgm:t>
        <a:bodyPr/>
        <a:lstStyle/>
        <a:p>
          <a:endParaRPr lang="en-US"/>
        </a:p>
      </dgm:t>
    </dgm:pt>
    <dgm:pt modelId="{306C4447-71F5-4A64-B0DA-E1314CD25738}" type="sibTrans" cxnId="{D4C7CD05-F3F8-450C-AB90-0466BD952D06}">
      <dgm:prSet/>
      <dgm:spPr/>
      <dgm:t>
        <a:bodyPr/>
        <a:lstStyle/>
        <a:p>
          <a:endParaRPr lang="en-US"/>
        </a:p>
      </dgm:t>
    </dgm:pt>
    <dgm:pt modelId="{1C6D8FB7-6325-4760-9398-F9CDC055B4A4}">
      <dgm:prSet/>
      <dgm:spPr/>
      <dgm:t>
        <a:bodyPr/>
        <a:lstStyle/>
        <a:p>
          <a:r>
            <a:rPr lang="en-US"/>
            <a:t>- ML models</a:t>
          </a:r>
        </a:p>
      </dgm:t>
    </dgm:pt>
    <dgm:pt modelId="{3D822A36-F799-43D3-9921-928F0C1E1C2E}" type="parTrans" cxnId="{562CD10A-C670-438C-AEC0-8D65A7E0F1FF}">
      <dgm:prSet/>
      <dgm:spPr/>
      <dgm:t>
        <a:bodyPr/>
        <a:lstStyle/>
        <a:p>
          <a:endParaRPr lang="en-US"/>
        </a:p>
      </dgm:t>
    </dgm:pt>
    <dgm:pt modelId="{D41FFF82-E6B7-457F-B2EE-656668C2B368}" type="sibTrans" cxnId="{562CD10A-C670-438C-AEC0-8D65A7E0F1FF}">
      <dgm:prSet/>
      <dgm:spPr/>
      <dgm:t>
        <a:bodyPr/>
        <a:lstStyle/>
        <a:p>
          <a:endParaRPr lang="en-US"/>
        </a:p>
      </dgm:t>
    </dgm:pt>
    <dgm:pt modelId="{4DCA8F80-6DD8-4D8D-985A-5BA26F293DC8}">
      <dgm:prSet/>
      <dgm:spPr/>
      <dgm:t>
        <a:bodyPr/>
        <a:lstStyle/>
        <a:p>
          <a:r>
            <a:rPr lang="en-US"/>
            <a:t>- Regime detection</a:t>
          </a:r>
        </a:p>
      </dgm:t>
    </dgm:pt>
    <dgm:pt modelId="{A4AD65A8-4EA2-4640-8206-BBF736D3146A}" type="parTrans" cxnId="{2BE4A59D-D06B-4220-930C-D89C6A683ACD}">
      <dgm:prSet/>
      <dgm:spPr/>
      <dgm:t>
        <a:bodyPr/>
        <a:lstStyle/>
        <a:p>
          <a:endParaRPr lang="en-US"/>
        </a:p>
      </dgm:t>
    </dgm:pt>
    <dgm:pt modelId="{C115E8B4-5EDE-4D9A-ACB5-E627B7B30802}" type="sibTrans" cxnId="{2BE4A59D-D06B-4220-930C-D89C6A683ACD}">
      <dgm:prSet/>
      <dgm:spPr/>
      <dgm:t>
        <a:bodyPr/>
        <a:lstStyle/>
        <a:p>
          <a:endParaRPr lang="en-US"/>
        </a:p>
      </dgm:t>
    </dgm:pt>
    <dgm:pt modelId="{EBB4FBFC-727B-43AD-9BD3-60EF77B068BE}" type="pres">
      <dgm:prSet presAssocID="{0AD471D3-3E36-49FA-AD28-68EFEDE241ED}" presName="vert0" presStyleCnt="0">
        <dgm:presLayoutVars>
          <dgm:dir/>
          <dgm:animOne val="branch"/>
          <dgm:animLvl val="lvl"/>
        </dgm:presLayoutVars>
      </dgm:prSet>
      <dgm:spPr/>
    </dgm:pt>
    <dgm:pt modelId="{81F95F80-9045-46CD-8E2B-B9BBE35837EB}" type="pres">
      <dgm:prSet presAssocID="{BB0B9B3D-23BC-47CE-9BAD-8CD2C428353C}" presName="thickLine" presStyleLbl="alignNode1" presStyleIdx="0" presStyleCnt="4"/>
      <dgm:spPr/>
    </dgm:pt>
    <dgm:pt modelId="{6495B13F-489F-490F-88F8-199DEE44CEB5}" type="pres">
      <dgm:prSet presAssocID="{BB0B9B3D-23BC-47CE-9BAD-8CD2C428353C}" presName="horz1" presStyleCnt="0"/>
      <dgm:spPr/>
    </dgm:pt>
    <dgm:pt modelId="{F866243C-C27D-482C-9D89-525EF8CABF97}" type="pres">
      <dgm:prSet presAssocID="{BB0B9B3D-23BC-47CE-9BAD-8CD2C428353C}" presName="tx1" presStyleLbl="revTx" presStyleIdx="0" presStyleCnt="4"/>
      <dgm:spPr/>
    </dgm:pt>
    <dgm:pt modelId="{C39C910D-9D05-4494-8D92-1A1818CDAF52}" type="pres">
      <dgm:prSet presAssocID="{BB0B9B3D-23BC-47CE-9BAD-8CD2C428353C}" presName="vert1" presStyleCnt="0"/>
      <dgm:spPr/>
    </dgm:pt>
    <dgm:pt modelId="{F5FB0305-FA31-4368-AA2A-CAC004B51ADE}" type="pres">
      <dgm:prSet presAssocID="{5D7022F1-4571-4574-8699-5680152B5706}" presName="thickLine" presStyleLbl="alignNode1" presStyleIdx="1" presStyleCnt="4"/>
      <dgm:spPr/>
    </dgm:pt>
    <dgm:pt modelId="{BF57B54B-BE20-4749-8740-AD45DD3AE648}" type="pres">
      <dgm:prSet presAssocID="{5D7022F1-4571-4574-8699-5680152B5706}" presName="horz1" presStyleCnt="0"/>
      <dgm:spPr/>
    </dgm:pt>
    <dgm:pt modelId="{46E3D295-99C0-4970-94E0-0774971DC26D}" type="pres">
      <dgm:prSet presAssocID="{5D7022F1-4571-4574-8699-5680152B5706}" presName="tx1" presStyleLbl="revTx" presStyleIdx="1" presStyleCnt="4"/>
      <dgm:spPr/>
    </dgm:pt>
    <dgm:pt modelId="{53823183-993E-4213-B62C-2C78DE5B65F6}" type="pres">
      <dgm:prSet presAssocID="{5D7022F1-4571-4574-8699-5680152B5706}" presName="vert1" presStyleCnt="0"/>
      <dgm:spPr/>
    </dgm:pt>
    <dgm:pt modelId="{F1DDB0DD-F874-4708-96BC-C670CF0D9352}" type="pres">
      <dgm:prSet presAssocID="{1C6D8FB7-6325-4760-9398-F9CDC055B4A4}" presName="thickLine" presStyleLbl="alignNode1" presStyleIdx="2" presStyleCnt="4"/>
      <dgm:spPr/>
    </dgm:pt>
    <dgm:pt modelId="{796D233E-D0EC-490C-B173-8197845ADCE8}" type="pres">
      <dgm:prSet presAssocID="{1C6D8FB7-6325-4760-9398-F9CDC055B4A4}" presName="horz1" presStyleCnt="0"/>
      <dgm:spPr/>
    </dgm:pt>
    <dgm:pt modelId="{8A3AF806-CCB6-4073-80C7-170762F84822}" type="pres">
      <dgm:prSet presAssocID="{1C6D8FB7-6325-4760-9398-F9CDC055B4A4}" presName="tx1" presStyleLbl="revTx" presStyleIdx="2" presStyleCnt="4"/>
      <dgm:spPr/>
    </dgm:pt>
    <dgm:pt modelId="{4C111EFD-BBF6-4E79-B25A-09D05F76EB1A}" type="pres">
      <dgm:prSet presAssocID="{1C6D8FB7-6325-4760-9398-F9CDC055B4A4}" presName="vert1" presStyleCnt="0"/>
      <dgm:spPr/>
    </dgm:pt>
    <dgm:pt modelId="{9ADF95CB-B78E-4DCB-A9DF-764FF5D84CBE}" type="pres">
      <dgm:prSet presAssocID="{4DCA8F80-6DD8-4D8D-985A-5BA26F293DC8}" presName="thickLine" presStyleLbl="alignNode1" presStyleIdx="3" presStyleCnt="4"/>
      <dgm:spPr/>
    </dgm:pt>
    <dgm:pt modelId="{1827E43B-BC7A-4789-9B4B-69662B9BFC70}" type="pres">
      <dgm:prSet presAssocID="{4DCA8F80-6DD8-4D8D-985A-5BA26F293DC8}" presName="horz1" presStyleCnt="0"/>
      <dgm:spPr/>
    </dgm:pt>
    <dgm:pt modelId="{CC2585EA-D305-4D72-A444-0A58FFBA728F}" type="pres">
      <dgm:prSet presAssocID="{4DCA8F80-6DD8-4D8D-985A-5BA26F293DC8}" presName="tx1" presStyleLbl="revTx" presStyleIdx="3" presStyleCnt="4"/>
      <dgm:spPr/>
    </dgm:pt>
    <dgm:pt modelId="{50AA0782-E4E8-40D2-8C78-568CB3A1907F}" type="pres">
      <dgm:prSet presAssocID="{4DCA8F80-6DD8-4D8D-985A-5BA26F293DC8}" presName="vert1" presStyleCnt="0"/>
      <dgm:spPr/>
    </dgm:pt>
  </dgm:ptLst>
  <dgm:cxnLst>
    <dgm:cxn modelId="{D4C7CD05-F3F8-450C-AB90-0466BD952D06}" srcId="{0AD471D3-3E36-49FA-AD28-68EFEDE241ED}" destId="{5D7022F1-4571-4574-8699-5680152B5706}" srcOrd="1" destOrd="0" parTransId="{28C43161-7530-4320-A161-68C5031C5293}" sibTransId="{306C4447-71F5-4A64-B0DA-E1314CD25738}"/>
    <dgm:cxn modelId="{562CD10A-C670-438C-AEC0-8D65A7E0F1FF}" srcId="{0AD471D3-3E36-49FA-AD28-68EFEDE241ED}" destId="{1C6D8FB7-6325-4760-9398-F9CDC055B4A4}" srcOrd="2" destOrd="0" parTransId="{3D822A36-F799-43D3-9921-928F0C1E1C2E}" sibTransId="{D41FFF82-E6B7-457F-B2EE-656668C2B368}"/>
    <dgm:cxn modelId="{EE5ACD1A-B6FF-467E-BC18-65CD1B8C0115}" type="presOf" srcId="{BB0B9B3D-23BC-47CE-9BAD-8CD2C428353C}" destId="{F866243C-C27D-482C-9D89-525EF8CABF97}" srcOrd="0" destOrd="0" presId="urn:microsoft.com/office/officeart/2008/layout/LinedList"/>
    <dgm:cxn modelId="{AB8F2942-3787-46F7-9960-030E0262A12C}" type="presOf" srcId="{4DCA8F80-6DD8-4D8D-985A-5BA26F293DC8}" destId="{CC2585EA-D305-4D72-A444-0A58FFBA728F}" srcOrd="0" destOrd="0" presId="urn:microsoft.com/office/officeart/2008/layout/LinedList"/>
    <dgm:cxn modelId="{F8F73371-2F13-4041-ADEC-7F5D51A0C2B3}" type="presOf" srcId="{5D7022F1-4571-4574-8699-5680152B5706}" destId="{46E3D295-99C0-4970-94E0-0774971DC26D}" srcOrd="0" destOrd="0" presId="urn:microsoft.com/office/officeart/2008/layout/LinedList"/>
    <dgm:cxn modelId="{8126319B-6012-44CB-AFEE-8E75C55B1F62}" type="presOf" srcId="{1C6D8FB7-6325-4760-9398-F9CDC055B4A4}" destId="{8A3AF806-CCB6-4073-80C7-170762F84822}" srcOrd="0" destOrd="0" presId="urn:microsoft.com/office/officeart/2008/layout/LinedList"/>
    <dgm:cxn modelId="{2BE4A59D-D06B-4220-930C-D89C6A683ACD}" srcId="{0AD471D3-3E36-49FA-AD28-68EFEDE241ED}" destId="{4DCA8F80-6DD8-4D8D-985A-5BA26F293DC8}" srcOrd="3" destOrd="0" parTransId="{A4AD65A8-4EA2-4640-8206-BBF736D3146A}" sibTransId="{C115E8B4-5EDE-4D9A-ACB5-E627B7B30802}"/>
    <dgm:cxn modelId="{44B140D8-8501-44E9-AFF5-B7C22215D941}" type="presOf" srcId="{0AD471D3-3E36-49FA-AD28-68EFEDE241ED}" destId="{EBB4FBFC-727B-43AD-9BD3-60EF77B068BE}" srcOrd="0" destOrd="0" presId="urn:microsoft.com/office/officeart/2008/layout/LinedList"/>
    <dgm:cxn modelId="{55DCB8F1-5C18-4272-AC02-CFD8ADC596C5}" srcId="{0AD471D3-3E36-49FA-AD28-68EFEDE241ED}" destId="{BB0B9B3D-23BC-47CE-9BAD-8CD2C428353C}" srcOrd="0" destOrd="0" parTransId="{E4E73B66-6F33-47DF-9BD3-BB324895771E}" sibTransId="{6A7DA8DC-1919-4C95-A446-C42C7909011F}"/>
    <dgm:cxn modelId="{C47EA419-7536-4912-B997-A005A2E53067}" type="presParOf" srcId="{EBB4FBFC-727B-43AD-9BD3-60EF77B068BE}" destId="{81F95F80-9045-46CD-8E2B-B9BBE35837EB}" srcOrd="0" destOrd="0" presId="urn:microsoft.com/office/officeart/2008/layout/LinedList"/>
    <dgm:cxn modelId="{19719FB6-6AAB-4ED5-B6C6-6E406684384B}" type="presParOf" srcId="{EBB4FBFC-727B-43AD-9BD3-60EF77B068BE}" destId="{6495B13F-489F-490F-88F8-199DEE44CEB5}" srcOrd="1" destOrd="0" presId="urn:microsoft.com/office/officeart/2008/layout/LinedList"/>
    <dgm:cxn modelId="{3822EC16-A927-4754-8038-747F06BB9C05}" type="presParOf" srcId="{6495B13F-489F-490F-88F8-199DEE44CEB5}" destId="{F866243C-C27D-482C-9D89-525EF8CABF97}" srcOrd="0" destOrd="0" presId="urn:microsoft.com/office/officeart/2008/layout/LinedList"/>
    <dgm:cxn modelId="{7667BAD4-F6FC-4A33-BE8F-AC853422C90F}" type="presParOf" srcId="{6495B13F-489F-490F-88F8-199DEE44CEB5}" destId="{C39C910D-9D05-4494-8D92-1A1818CDAF52}" srcOrd="1" destOrd="0" presId="urn:microsoft.com/office/officeart/2008/layout/LinedList"/>
    <dgm:cxn modelId="{B2EDFE81-9BE2-47DC-84CA-6EAA13151C1E}" type="presParOf" srcId="{EBB4FBFC-727B-43AD-9BD3-60EF77B068BE}" destId="{F5FB0305-FA31-4368-AA2A-CAC004B51ADE}" srcOrd="2" destOrd="0" presId="urn:microsoft.com/office/officeart/2008/layout/LinedList"/>
    <dgm:cxn modelId="{CB168B14-E1B0-4EAE-B5A8-0F1AB36E51F0}" type="presParOf" srcId="{EBB4FBFC-727B-43AD-9BD3-60EF77B068BE}" destId="{BF57B54B-BE20-4749-8740-AD45DD3AE648}" srcOrd="3" destOrd="0" presId="urn:microsoft.com/office/officeart/2008/layout/LinedList"/>
    <dgm:cxn modelId="{3E605E0D-9B90-445C-8A1F-CDEE4331C453}" type="presParOf" srcId="{BF57B54B-BE20-4749-8740-AD45DD3AE648}" destId="{46E3D295-99C0-4970-94E0-0774971DC26D}" srcOrd="0" destOrd="0" presId="urn:microsoft.com/office/officeart/2008/layout/LinedList"/>
    <dgm:cxn modelId="{8D479231-56A5-4788-96D2-D79EA10BAA4F}" type="presParOf" srcId="{BF57B54B-BE20-4749-8740-AD45DD3AE648}" destId="{53823183-993E-4213-B62C-2C78DE5B65F6}" srcOrd="1" destOrd="0" presId="urn:microsoft.com/office/officeart/2008/layout/LinedList"/>
    <dgm:cxn modelId="{F036C8F6-6C99-499E-B452-42D6C92418E6}" type="presParOf" srcId="{EBB4FBFC-727B-43AD-9BD3-60EF77B068BE}" destId="{F1DDB0DD-F874-4708-96BC-C670CF0D9352}" srcOrd="4" destOrd="0" presId="urn:microsoft.com/office/officeart/2008/layout/LinedList"/>
    <dgm:cxn modelId="{A82B14ED-77E5-48FD-A27A-89E2D5BEDADD}" type="presParOf" srcId="{EBB4FBFC-727B-43AD-9BD3-60EF77B068BE}" destId="{796D233E-D0EC-490C-B173-8197845ADCE8}" srcOrd="5" destOrd="0" presId="urn:microsoft.com/office/officeart/2008/layout/LinedList"/>
    <dgm:cxn modelId="{FACA41E1-1B39-4F8F-AA48-6E3F51721B00}" type="presParOf" srcId="{796D233E-D0EC-490C-B173-8197845ADCE8}" destId="{8A3AF806-CCB6-4073-80C7-170762F84822}" srcOrd="0" destOrd="0" presId="urn:microsoft.com/office/officeart/2008/layout/LinedList"/>
    <dgm:cxn modelId="{C3CB72AF-B53A-4021-AC4A-AF4115C9A907}" type="presParOf" srcId="{796D233E-D0EC-490C-B173-8197845ADCE8}" destId="{4C111EFD-BBF6-4E79-B25A-09D05F76EB1A}" srcOrd="1" destOrd="0" presId="urn:microsoft.com/office/officeart/2008/layout/LinedList"/>
    <dgm:cxn modelId="{408927F1-017B-45A0-BE13-D1C8F4EB3321}" type="presParOf" srcId="{EBB4FBFC-727B-43AD-9BD3-60EF77B068BE}" destId="{9ADF95CB-B78E-4DCB-A9DF-764FF5D84CBE}" srcOrd="6" destOrd="0" presId="urn:microsoft.com/office/officeart/2008/layout/LinedList"/>
    <dgm:cxn modelId="{7A154BFD-79AF-4D42-AFC3-7522C2419BEE}" type="presParOf" srcId="{EBB4FBFC-727B-43AD-9BD3-60EF77B068BE}" destId="{1827E43B-BC7A-4789-9B4B-69662B9BFC70}" srcOrd="7" destOrd="0" presId="urn:microsoft.com/office/officeart/2008/layout/LinedList"/>
    <dgm:cxn modelId="{C121E412-8D47-48CC-B13C-FFC3F0F110E8}" type="presParOf" srcId="{1827E43B-BC7A-4789-9B4B-69662B9BFC70}" destId="{CC2585EA-D305-4D72-A444-0A58FFBA728F}" srcOrd="0" destOrd="0" presId="urn:microsoft.com/office/officeart/2008/layout/LinedList"/>
    <dgm:cxn modelId="{1F281FB5-01BE-4B05-BACF-25922FD85844}" type="presParOf" srcId="{1827E43B-BC7A-4789-9B4B-69662B9BFC70}" destId="{50AA0782-E4E8-40D2-8C78-568CB3A1907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EC3594C-D4C1-4D20-B397-F91764E1DB34}" type="doc">
      <dgm:prSet loTypeId="urn:microsoft.com/office/officeart/2005/8/layout/default" loCatId="list" qsTypeId="urn:microsoft.com/office/officeart/2005/8/quickstyle/simple2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26B1BFE6-D1AD-4D76-A706-B711713FEA9B}">
      <dgm:prSet/>
      <dgm:spPr/>
      <dgm:t>
        <a:bodyPr/>
        <a:lstStyle/>
        <a:p>
          <a:r>
            <a:rPr lang="en-US"/>
            <a:t>Strong prototype for macro-driven FX analysis</a:t>
          </a:r>
        </a:p>
      </dgm:t>
    </dgm:pt>
    <dgm:pt modelId="{E26825D2-2608-4E5C-BC80-CE5A77EB0196}" type="parTrans" cxnId="{AFFACFC8-3522-4811-B9B0-C57BBF7F6AC3}">
      <dgm:prSet/>
      <dgm:spPr/>
      <dgm:t>
        <a:bodyPr/>
        <a:lstStyle/>
        <a:p>
          <a:endParaRPr lang="en-US"/>
        </a:p>
      </dgm:t>
    </dgm:pt>
    <dgm:pt modelId="{A972F4A1-6DD3-444A-AC66-B95E767AEAB0}" type="sibTrans" cxnId="{AFFACFC8-3522-4811-B9B0-C57BBF7F6AC3}">
      <dgm:prSet/>
      <dgm:spPr/>
      <dgm:t>
        <a:bodyPr/>
        <a:lstStyle/>
        <a:p>
          <a:endParaRPr lang="en-US"/>
        </a:p>
      </dgm:t>
    </dgm:pt>
    <dgm:pt modelId="{2B203083-EDE1-426D-9A55-6FE29E0C6BBC}">
      <dgm:prSet/>
      <dgm:spPr/>
      <dgm:t>
        <a:bodyPr/>
        <a:lstStyle/>
        <a:p>
          <a:r>
            <a:rPr lang="en-US"/>
            <a:t>Foundation for quant trading strategies</a:t>
          </a:r>
        </a:p>
      </dgm:t>
    </dgm:pt>
    <dgm:pt modelId="{67E73814-34C2-412D-B062-5428272843D5}" type="parTrans" cxnId="{D8F01BDF-E224-44CD-B7FD-6C7F10B811C2}">
      <dgm:prSet/>
      <dgm:spPr/>
      <dgm:t>
        <a:bodyPr/>
        <a:lstStyle/>
        <a:p>
          <a:endParaRPr lang="en-US"/>
        </a:p>
      </dgm:t>
    </dgm:pt>
    <dgm:pt modelId="{01CC136D-15E7-4809-AFDA-0DF9460B2709}" type="sibTrans" cxnId="{D8F01BDF-E224-44CD-B7FD-6C7F10B811C2}">
      <dgm:prSet/>
      <dgm:spPr/>
      <dgm:t>
        <a:bodyPr/>
        <a:lstStyle/>
        <a:p>
          <a:endParaRPr lang="en-US"/>
        </a:p>
      </dgm:t>
    </dgm:pt>
    <dgm:pt modelId="{B96BAA03-E413-4006-82CE-90A88F1E7BA2}" type="pres">
      <dgm:prSet presAssocID="{9EC3594C-D4C1-4D20-B397-F91764E1DB34}" presName="diagram" presStyleCnt="0">
        <dgm:presLayoutVars>
          <dgm:dir/>
          <dgm:resizeHandles val="exact"/>
        </dgm:presLayoutVars>
      </dgm:prSet>
      <dgm:spPr/>
    </dgm:pt>
    <dgm:pt modelId="{7AAE89C8-AC23-49B5-92B3-39239D5E036B}" type="pres">
      <dgm:prSet presAssocID="{26B1BFE6-D1AD-4D76-A706-B711713FEA9B}" presName="node" presStyleLbl="node1" presStyleIdx="0" presStyleCnt="2">
        <dgm:presLayoutVars>
          <dgm:bulletEnabled val="1"/>
        </dgm:presLayoutVars>
      </dgm:prSet>
      <dgm:spPr/>
    </dgm:pt>
    <dgm:pt modelId="{AE244445-5C94-41D7-929E-EA7B601ED2E9}" type="pres">
      <dgm:prSet presAssocID="{A972F4A1-6DD3-444A-AC66-B95E767AEAB0}" presName="sibTrans" presStyleCnt="0"/>
      <dgm:spPr/>
    </dgm:pt>
    <dgm:pt modelId="{0256ABA5-A293-448D-9249-4C8E356D1B51}" type="pres">
      <dgm:prSet presAssocID="{2B203083-EDE1-426D-9A55-6FE29E0C6BBC}" presName="node" presStyleLbl="node1" presStyleIdx="1" presStyleCnt="2">
        <dgm:presLayoutVars>
          <dgm:bulletEnabled val="1"/>
        </dgm:presLayoutVars>
      </dgm:prSet>
      <dgm:spPr/>
    </dgm:pt>
  </dgm:ptLst>
  <dgm:cxnLst>
    <dgm:cxn modelId="{924EAB3D-B780-427E-AC3B-3EC65E6BDEF4}" type="presOf" srcId="{9EC3594C-D4C1-4D20-B397-F91764E1DB34}" destId="{B96BAA03-E413-4006-82CE-90A88F1E7BA2}" srcOrd="0" destOrd="0" presId="urn:microsoft.com/office/officeart/2005/8/layout/default"/>
    <dgm:cxn modelId="{FE34029D-A20A-4095-B9AA-6B0923F7257C}" type="presOf" srcId="{2B203083-EDE1-426D-9A55-6FE29E0C6BBC}" destId="{0256ABA5-A293-448D-9249-4C8E356D1B51}" srcOrd="0" destOrd="0" presId="urn:microsoft.com/office/officeart/2005/8/layout/default"/>
    <dgm:cxn modelId="{AFFACFC8-3522-4811-B9B0-C57BBF7F6AC3}" srcId="{9EC3594C-D4C1-4D20-B397-F91764E1DB34}" destId="{26B1BFE6-D1AD-4D76-A706-B711713FEA9B}" srcOrd="0" destOrd="0" parTransId="{E26825D2-2608-4E5C-BC80-CE5A77EB0196}" sibTransId="{A972F4A1-6DD3-444A-AC66-B95E767AEAB0}"/>
    <dgm:cxn modelId="{D8F01BDF-E224-44CD-B7FD-6C7F10B811C2}" srcId="{9EC3594C-D4C1-4D20-B397-F91764E1DB34}" destId="{2B203083-EDE1-426D-9A55-6FE29E0C6BBC}" srcOrd="1" destOrd="0" parTransId="{67E73814-34C2-412D-B062-5428272843D5}" sibTransId="{01CC136D-15E7-4809-AFDA-0DF9460B2709}"/>
    <dgm:cxn modelId="{6E2002EE-8568-4F93-9764-65B6A815CE60}" type="presOf" srcId="{26B1BFE6-D1AD-4D76-A706-B711713FEA9B}" destId="{7AAE89C8-AC23-49B5-92B3-39239D5E036B}" srcOrd="0" destOrd="0" presId="urn:microsoft.com/office/officeart/2005/8/layout/default"/>
    <dgm:cxn modelId="{B134E2C7-6B1D-46D9-A8A9-D08382607464}" type="presParOf" srcId="{B96BAA03-E413-4006-82CE-90A88F1E7BA2}" destId="{7AAE89C8-AC23-49B5-92B3-39239D5E036B}" srcOrd="0" destOrd="0" presId="urn:microsoft.com/office/officeart/2005/8/layout/default"/>
    <dgm:cxn modelId="{D383C8A0-F239-415B-BA03-E3519233A7A2}" type="presParOf" srcId="{B96BAA03-E413-4006-82CE-90A88F1E7BA2}" destId="{AE244445-5C94-41D7-929E-EA7B601ED2E9}" srcOrd="1" destOrd="0" presId="urn:microsoft.com/office/officeart/2005/8/layout/default"/>
    <dgm:cxn modelId="{1813E4B6-7F27-4910-8E07-10DB1113DA71}" type="presParOf" srcId="{B96BAA03-E413-4006-82CE-90A88F1E7BA2}" destId="{0256ABA5-A293-448D-9249-4C8E356D1B51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553DF6-868C-4B09-B7A7-AF9D0E59F2D1}">
      <dsp:nvSpPr>
        <dsp:cNvPr id="0" name=""/>
        <dsp:cNvSpPr/>
      </dsp:nvSpPr>
      <dsp:spPr>
        <a:xfrm>
          <a:off x="0" y="1540073"/>
          <a:ext cx="5000124" cy="754777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Python + AI project for FX analysis</a:t>
          </a:r>
        </a:p>
      </dsp:txBody>
      <dsp:txXfrm>
        <a:off x="36845" y="1576918"/>
        <a:ext cx="4926434" cy="681087"/>
      </dsp:txXfrm>
    </dsp:sp>
    <dsp:sp modelId="{35A69520-F204-43FD-8904-096B41C9014E}">
      <dsp:nvSpPr>
        <dsp:cNvPr id="0" name=""/>
        <dsp:cNvSpPr/>
      </dsp:nvSpPr>
      <dsp:spPr>
        <a:xfrm>
          <a:off x="0" y="2349571"/>
          <a:ext cx="5000124" cy="754777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Using macroeconomic indicators to generate trading signals</a:t>
          </a:r>
        </a:p>
      </dsp:txBody>
      <dsp:txXfrm>
        <a:off x="36845" y="2386416"/>
        <a:ext cx="4926434" cy="681087"/>
      </dsp:txXfrm>
    </dsp:sp>
    <dsp:sp modelId="{3698BDF4-0F78-4B65-9B83-3CAC58058BEB}">
      <dsp:nvSpPr>
        <dsp:cNvPr id="0" name=""/>
        <dsp:cNvSpPr/>
      </dsp:nvSpPr>
      <dsp:spPr>
        <a:xfrm>
          <a:off x="0" y="3159068"/>
          <a:ext cx="5000124" cy="754777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https://raboexplorationfxmacro.streamlit.app/</a:t>
          </a:r>
          <a:endParaRPr lang="en-US" sz="1900" kern="1200"/>
        </a:p>
      </dsp:txBody>
      <dsp:txXfrm>
        <a:off x="36845" y="3195913"/>
        <a:ext cx="4926434" cy="6810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78AAAC-2C49-4FF7-8613-56C022F7DCC1}">
      <dsp:nvSpPr>
        <dsp:cNvPr id="0" name=""/>
        <dsp:cNvSpPr/>
      </dsp:nvSpPr>
      <dsp:spPr>
        <a:xfrm>
          <a:off x="0" y="374354"/>
          <a:ext cx="5000124" cy="229356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FX markets react to macroeconomic data</a:t>
          </a:r>
        </a:p>
      </dsp:txBody>
      <dsp:txXfrm>
        <a:off x="111963" y="486317"/>
        <a:ext cx="4776198" cy="2069639"/>
      </dsp:txXfrm>
    </dsp:sp>
    <dsp:sp modelId="{65847C1F-98B5-47B6-ABB9-DD925C79F58E}">
      <dsp:nvSpPr>
        <dsp:cNvPr id="0" name=""/>
        <dsp:cNvSpPr/>
      </dsp:nvSpPr>
      <dsp:spPr>
        <a:xfrm>
          <a:off x="0" y="2786000"/>
          <a:ext cx="5000124" cy="2293565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Traders need systematic tools to analyse relationships</a:t>
          </a:r>
        </a:p>
      </dsp:txBody>
      <dsp:txXfrm>
        <a:off x="111963" y="2897963"/>
        <a:ext cx="4776198" cy="206963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40685D-E809-4C55-A055-1EF64CB1C046}">
      <dsp:nvSpPr>
        <dsp:cNvPr id="0" name=""/>
        <dsp:cNvSpPr/>
      </dsp:nvSpPr>
      <dsp:spPr>
        <a:xfrm>
          <a:off x="0" y="4105454"/>
          <a:ext cx="1250031" cy="134750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2" tIns="156464" rIns="88902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Generate</a:t>
          </a:r>
        </a:p>
      </dsp:txBody>
      <dsp:txXfrm>
        <a:off x="0" y="4105454"/>
        <a:ext cx="1250031" cy="1347501"/>
      </dsp:txXfrm>
    </dsp:sp>
    <dsp:sp modelId="{03B60351-E57C-4600-901E-3FBC5454DCEF}">
      <dsp:nvSpPr>
        <dsp:cNvPr id="0" name=""/>
        <dsp:cNvSpPr/>
      </dsp:nvSpPr>
      <dsp:spPr>
        <a:xfrm>
          <a:off x="1250031" y="4105454"/>
          <a:ext cx="3750093" cy="134750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070" tIns="279400" rIns="76070" bIns="27940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Generate trading signals</a:t>
          </a:r>
        </a:p>
      </dsp:txBody>
      <dsp:txXfrm>
        <a:off x="1250031" y="4105454"/>
        <a:ext cx="3750093" cy="1347501"/>
      </dsp:txXfrm>
    </dsp:sp>
    <dsp:sp modelId="{2A9A66DE-D1C4-4CF6-BB2F-CD886D33A1A3}">
      <dsp:nvSpPr>
        <dsp:cNvPr id="0" name=""/>
        <dsp:cNvSpPr/>
      </dsp:nvSpPr>
      <dsp:spPr>
        <a:xfrm rot="10800000">
          <a:off x="0" y="2053209"/>
          <a:ext cx="1250031" cy="2072457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2" tIns="156464" rIns="88902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Identify</a:t>
          </a:r>
        </a:p>
      </dsp:txBody>
      <dsp:txXfrm rot="-10800000">
        <a:off x="0" y="2053209"/>
        <a:ext cx="1250031" cy="1347097"/>
      </dsp:txXfrm>
    </dsp:sp>
    <dsp:sp modelId="{28723A58-4604-4FCF-8294-9BB7C01F5FCC}">
      <dsp:nvSpPr>
        <dsp:cNvPr id="0" name=""/>
        <dsp:cNvSpPr/>
      </dsp:nvSpPr>
      <dsp:spPr>
        <a:xfrm>
          <a:off x="1250031" y="2053209"/>
          <a:ext cx="3750093" cy="1347097"/>
        </a:xfrm>
        <a:prstGeom prst="rect">
          <a:avLst/>
        </a:prstGeom>
        <a:solidFill>
          <a:schemeClr val="accent5">
            <a:tint val="40000"/>
            <a:alpha val="90000"/>
            <a:hueOff val="-5370241"/>
            <a:satOff val="24126"/>
            <a:lumOff val="1658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5370241"/>
              <a:satOff val="24126"/>
              <a:lumOff val="165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070" tIns="279400" rIns="76070" bIns="27940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Identify leading indicators</a:t>
          </a:r>
        </a:p>
      </dsp:txBody>
      <dsp:txXfrm>
        <a:off x="1250031" y="2053209"/>
        <a:ext cx="3750093" cy="1347097"/>
      </dsp:txXfrm>
    </dsp:sp>
    <dsp:sp modelId="{3BBB2F8A-F8D1-48A3-B135-4BC995CB513A}">
      <dsp:nvSpPr>
        <dsp:cNvPr id="0" name=""/>
        <dsp:cNvSpPr/>
      </dsp:nvSpPr>
      <dsp:spPr>
        <a:xfrm rot="10800000">
          <a:off x="0" y="964"/>
          <a:ext cx="1250031" cy="2072457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2" tIns="156464" rIns="88902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Analyse</a:t>
          </a:r>
        </a:p>
      </dsp:txBody>
      <dsp:txXfrm rot="-10800000">
        <a:off x="0" y="964"/>
        <a:ext cx="1250031" cy="1347097"/>
      </dsp:txXfrm>
    </dsp:sp>
    <dsp:sp modelId="{E7F4AD4D-AF7A-403A-AD6D-5EBF48D5292B}">
      <dsp:nvSpPr>
        <dsp:cNvPr id="0" name=""/>
        <dsp:cNvSpPr/>
      </dsp:nvSpPr>
      <dsp:spPr>
        <a:xfrm>
          <a:off x="1250031" y="964"/>
          <a:ext cx="3750093" cy="1347097"/>
        </a:xfrm>
        <a:prstGeom prst="rect">
          <a:avLst/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070" tIns="279400" rIns="76070" bIns="27940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- Analyse FX vs macro relationships</a:t>
          </a:r>
        </a:p>
      </dsp:txBody>
      <dsp:txXfrm>
        <a:off x="1250031" y="964"/>
        <a:ext cx="3750093" cy="134709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29C58E-02BB-4AFE-A94B-D3BFDCAF7B70}">
      <dsp:nvSpPr>
        <dsp:cNvPr id="0" name=""/>
        <dsp:cNvSpPr/>
      </dsp:nvSpPr>
      <dsp:spPr>
        <a:xfrm>
          <a:off x="1097" y="1954907"/>
          <a:ext cx="2375547" cy="1544105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FX: Yahoo Finance</a:t>
          </a:r>
        </a:p>
      </dsp:txBody>
      <dsp:txXfrm>
        <a:off x="76474" y="2030284"/>
        <a:ext cx="2224793" cy="1393351"/>
      </dsp:txXfrm>
    </dsp:sp>
    <dsp:sp modelId="{8A2493F3-0341-4A65-8CCE-F720FC0ED80A}">
      <dsp:nvSpPr>
        <dsp:cNvPr id="0" name=""/>
        <dsp:cNvSpPr/>
      </dsp:nvSpPr>
      <dsp:spPr>
        <a:xfrm>
          <a:off x="1188871" y="1415769"/>
          <a:ext cx="2622381" cy="2622381"/>
        </a:xfrm>
        <a:custGeom>
          <a:avLst/>
          <a:gdLst/>
          <a:ahLst/>
          <a:cxnLst/>
          <a:rect l="0" t="0" r="0" b="0"/>
          <a:pathLst>
            <a:path>
              <a:moveTo>
                <a:pt x="264018" y="522107"/>
              </a:moveTo>
              <a:arcTo wR="1311190" hR="1311190" stAng="13019963" swAng="6360073"/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6EB2AD-A555-4AAD-A96E-D692E2EC6FC2}">
      <dsp:nvSpPr>
        <dsp:cNvPr id="0" name=""/>
        <dsp:cNvSpPr/>
      </dsp:nvSpPr>
      <dsp:spPr>
        <a:xfrm>
          <a:off x="2623479" y="1954907"/>
          <a:ext cx="2375547" cy="1544105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Macro: FRED (CPI, FEDRATE, UNRATE)</a:t>
          </a:r>
        </a:p>
      </dsp:txBody>
      <dsp:txXfrm>
        <a:off x="2698856" y="2030284"/>
        <a:ext cx="2224793" cy="1393351"/>
      </dsp:txXfrm>
    </dsp:sp>
    <dsp:sp modelId="{2AD6BC39-E5E0-4DA1-BB2B-03F4D45C81F6}">
      <dsp:nvSpPr>
        <dsp:cNvPr id="0" name=""/>
        <dsp:cNvSpPr/>
      </dsp:nvSpPr>
      <dsp:spPr>
        <a:xfrm>
          <a:off x="1188871" y="1415769"/>
          <a:ext cx="2622381" cy="2622381"/>
        </a:xfrm>
        <a:custGeom>
          <a:avLst/>
          <a:gdLst/>
          <a:ahLst/>
          <a:cxnLst/>
          <a:rect l="0" t="0" r="0" b="0"/>
          <a:pathLst>
            <a:path>
              <a:moveTo>
                <a:pt x="2358362" y="2100273"/>
              </a:moveTo>
              <a:arcTo wR="1311190" hR="1311190" stAng="2219963" swAng="6360073"/>
            </a:path>
          </a:pathLst>
        </a:custGeom>
        <a:noFill/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45877A-D66C-4C71-90BD-1F86D0BBC5A0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A24B6B-7E0E-4044-859E-B661950F0ED2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938B8F-3135-413B-BF8F-477803D7C12D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Python (pandas, numpy)</a:t>
          </a:r>
        </a:p>
      </dsp:txBody>
      <dsp:txXfrm>
        <a:off x="25435" y="2456402"/>
        <a:ext cx="1800000" cy="720000"/>
      </dsp:txXfrm>
    </dsp:sp>
    <dsp:sp modelId="{6FE63ABC-0C78-4DE9-9A89-D5A172A75040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99B34B-38E7-4F87-BFED-72723DA27D3A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9E0878-56F8-4A4C-B47C-0A423E339ECA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Data APIs</a:t>
          </a:r>
        </a:p>
      </dsp:txBody>
      <dsp:txXfrm>
        <a:off x="2140435" y="2456402"/>
        <a:ext cx="1800000" cy="720000"/>
      </dsp:txXfrm>
    </dsp:sp>
    <dsp:sp modelId="{A26C0740-E57C-4ABE-AFEE-89A1DF2D76DC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5F67C2-6B0E-4426-A727-B60BF490052E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2DB493-C6C0-4356-AC88-03B7A78C6A09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Streamlit dashboard</a:t>
          </a:r>
        </a:p>
      </dsp:txBody>
      <dsp:txXfrm>
        <a:off x="4255435" y="2456402"/>
        <a:ext cx="1800000" cy="720000"/>
      </dsp:txXfrm>
    </dsp:sp>
    <dsp:sp modelId="{A0D5D800-B38A-4C29-B4BC-D79B7438407C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88685B-3110-4A40-BB88-D32C2DDB48D0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B610F-FB4E-464F-A81C-B4F085B152F4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Plotly visualisation</a:t>
          </a:r>
        </a:p>
      </dsp:txBody>
      <dsp:txXfrm>
        <a:off x="6370435" y="2456402"/>
        <a:ext cx="180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629A5A-55FF-4C92-B0A0-68FA4A6A0858}">
      <dsp:nvSpPr>
        <dsp:cNvPr id="0" name=""/>
        <dsp:cNvSpPr/>
      </dsp:nvSpPr>
      <dsp:spPr>
        <a:xfrm>
          <a:off x="1052690" y="841797"/>
          <a:ext cx="1695937" cy="16959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16CE0C-E888-4E6E-A1A9-9275F321A7C1}">
      <dsp:nvSpPr>
        <dsp:cNvPr id="0" name=""/>
        <dsp:cNvSpPr/>
      </dsp:nvSpPr>
      <dsp:spPr>
        <a:xfrm>
          <a:off x="16284" y="2964165"/>
          <a:ext cx="37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Identify leading macro indicators</a:t>
          </a:r>
        </a:p>
      </dsp:txBody>
      <dsp:txXfrm>
        <a:off x="16284" y="2964165"/>
        <a:ext cx="3768750" cy="720000"/>
      </dsp:txXfrm>
    </dsp:sp>
    <dsp:sp modelId="{EBD1DA98-E693-46D6-B59C-F364108F8C5B}">
      <dsp:nvSpPr>
        <dsp:cNvPr id="0" name=""/>
        <dsp:cNvSpPr/>
      </dsp:nvSpPr>
      <dsp:spPr>
        <a:xfrm>
          <a:off x="5480971" y="841797"/>
          <a:ext cx="1695937" cy="16959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494BD5-5300-4896-B62F-BF30DE79AA3C}">
      <dsp:nvSpPr>
        <dsp:cNvPr id="0" name=""/>
        <dsp:cNvSpPr/>
      </dsp:nvSpPr>
      <dsp:spPr>
        <a:xfrm>
          <a:off x="4444565" y="2964165"/>
          <a:ext cx="37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Best lag used for signals</a:t>
          </a:r>
        </a:p>
      </dsp:txBody>
      <dsp:txXfrm>
        <a:off x="4444565" y="2964165"/>
        <a:ext cx="376875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892493-4A73-480E-9E4C-750BA1633FB9}">
      <dsp:nvSpPr>
        <dsp:cNvPr id="0" name=""/>
        <dsp:cNvSpPr/>
      </dsp:nvSpPr>
      <dsp:spPr>
        <a:xfrm>
          <a:off x="0" y="682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0C3D73-A9F0-4335-8576-24E7BE949ED4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9FD077-D343-4FE1-9F59-E6413D114502}">
      <dsp:nvSpPr>
        <dsp:cNvPr id="0" name=""/>
        <dsp:cNvSpPr/>
      </dsp:nvSpPr>
      <dsp:spPr>
        <a:xfrm>
          <a:off x="1844034" y="682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Rule-based:</a:t>
          </a:r>
        </a:p>
      </dsp:txBody>
      <dsp:txXfrm>
        <a:off x="1844034" y="682"/>
        <a:ext cx="2839914" cy="1596566"/>
      </dsp:txXfrm>
    </dsp:sp>
    <dsp:sp modelId="{D9F87E56-FD38-4DFA-BFEB-B9E13D1AEC99}">
      <dsp:nvSpPr>
        <dsp:cNvPr id="0" name=""/>
        <dsp:cNvSpPr/>
      </dsp:nvSpPr>
      <dsp:spPr>
        <a:xfrm>
          <a:off x="0" y="1996390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79784F-717B-44C5-9633-7E6D51BD1B62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1B9286-476A-43F4-9BFF-9D9DFCA303EF}">
      <dsp:nvSpPr>
        <dsp:cNvPr id="0" name=""/>
        <dsp:cNvSpPr/>
      </dsp:nvSpPr>
      <dsp:spPr>
        <a:xfrm>
          <a:off x="1844034" y="1996390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BUY / SELL / HOLD</a:t>
          </a:r>
        </a:p>
      </dsp:txBody>
      <dsp:txXfrm>
        <a:off x="1844034" y="1996390"/>
        <a:ext cx="2839914" cy="1596566"/>
      </dsp:txXfrm>
    </dsp:sp>
    <dsp:sp modelId="{70F71C80-3BA4-4AD6-B9F2-AB71D1BB8FCF}">
      <dsp:nvSpPr>
        <dsp:cNvPr id="0" name=""/>
        <dsp:cNvSpPr/>
      </dsp:nvSpPr>
      <dsp:spPr>
        <a:xfrm>
          <a:off x="0" y="3992098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546159-BC58-4E92-9380-2FE7CF378746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FF099E-872D-4F77-A8E4-9F83917C8348}">
      <dsp:nvSpPr>
        <dsp:cNvPr id="0" name=""/>
        <dsp:cNvSpPr/>
      </dsp:nvSpPr>
      <dsp:spPr>
        <a:xfrm>
          <a:off x="1844034" y="3992098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Based on correlation + macro trend</a:t>
          </a:r>
        </a:p>
      </dsp:txBody>
      <dsp:txXfrm>
        <a:off x="1844034" y="3992098"/>
        <a:ext cx="2839914" cy="159656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30FE3B-A746-471E-BD5F-B6FB4CAA614D}">
      <dsp:nvSpPr>
        <dsp:cNvPr id="0" name=""/>
        <dsp:cNvSpPr/>
      </dsp:nvSpPr>
      <dsp:spPr>
        <a:xfrm>
          <a:off x="0" y="966994"/>
          <a:ext cx="2040478" cy="12957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E08ABB-11AF-4262-8DDE-6D6D0D46FA39}">
      <dsp:nvSpPr>
        <dsp:cNvPr id="0" name=""/>
        <dsp:cNvSpPr/>
      </dsp:nvSpPr>
      <dsp:spPr>
        <a:xfrm>
          <a:off x="226719" y="1182378"/>
          <a:ext cx="2040478" cy="12957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Calibri"/>
              <a:ea typeface="+mn-ea"/>
              <a:cs typeface="+mn-cs"/>
            </a:rPr>
            <a:t> Informs</a:t>
          </a:r>
          <a:r>
            <a:rPr lang="en-US" sz="2300" kern="1200">
              <a:ea typeface="+mn-ea"/>
              <a:cs typeface="+mn-cs"/>
            </a:rPr>
            <a:t> trader decision-making</a:t>
          </a:r>
        </a:p>
      </dsp:txBody>
      <dsp:txXfrm>
        <a:off x="264669" y="1220328"/>
        <a:ext cx="1964578" cy="1219803"/>
      </dsp:txXfrm>
    </dsp:sp>
    <dsp:sp modelId="{DB17B4E1-FF09-43EE-983C-B9B224C52FB8}">
      <dsp:nvSpPr>
        <dsp:cNvPr id="0" name=""/>
        <dsp:cNvSpPr/>
      </dsp:nvSpPr>
      <dsp:spPr>
        <a:xfrm>
          <a:off x="2493918" y="966994"/>
          <a:ext cx="2040478" cy="12957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289BE2-B68E-4C4C-B65B-99620517D2D5}">
      <dsp:nvSpPr>
        <dsp:cNvPr id="0" name=""/>
        <dsp:cNvSpPr/>
      </dsp:nvSpPr>
      <dsp:spPr>
        <a:xfrm>
          <a:off x="2720638" y="1182378"/>
          <a:ext cx="2040478" cy="12957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ea typeface="+mn-ea"/>
              <a:cs typeface="+mn-cs"/>
            </a:rPr>
            <a:t>Identifies macro drivers</a:t>
          </a:r>
        </a:p>
      </dsp:txBody>
      <dsp:txXfrm>
        <a:off x="2758588" y="1220328"/>
        <a:ext cx="1964578" cy="1219803"/>
      </dsp:txXfrm>
    </dsp:sp>
    <dsp:sp modelId="{E593B172-63EA-4979-80E0-F50853087B8E}">
      <dsp:nvSpPr>
        <dsp:cNvPr id="0" name=""/>
        <dsp:cNvSpPr/>
      </dsp:nvSpPr>
      <dsp:spPr>
        <a:xfrm>
          <a:off x="4987836" y="966994"/>
          <a:ext cx="2040478" cy="12957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B7EC6E-8924-46A2-A51C-BF9899706F26}">
      <dsp:nvSpPr>
        <dsp:cNvPr id="0" name=""/>
        <dsp:cNvSpPr/>
      </dsp:nvSpPr>
      <dsp:spPr>
        <a:xfrm>
          <a:off x="5214556" y="1182378"/>
          <a:ext cx="2040478" cy="12957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ea typeface="+mn-ea"/>
              <a:cs typeface="+mn-cs"/>
            </a:rPr>
            <a:t>Framework for systematic strategies</a:t>
          </a:r>
        </a:p>
      </dsp:txBody>
      <dsp:txXfrm>
        <a:off x="5252506" y="1220328"/>
        <a:ext cx="1964578" cy="121980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46A56B-6FF8-48E0-9BF7-828038174E29}">
      <dsp:nvSpPr>
        <dsp:cNvPr id="0" name=""/>
        <dsp:cNvSpPr/>
      </dsp:nvSpPr>
      <dsp:spPr>
        <a:xfrm>
          <a:off x="3834" y="687012"/>
          <a:ext cx="3352668" cy="1341067"/>
        </a:xfrm>
        <a:prstGeom prst="homePlat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2672" rIns="21336" bIns="42672" numCol="1" spcCol="1270" anchor="ctr" anchorCtr="0">
          <a:noAutofit/>
        </a:bodyPr>
        <a:lstStyle/>
        <a:p>
          <a:pPr marL="0" lvl="0" indent="0" algn="l" defTabSz="711200" rtl="0">
            <a:lnSpc>
              <a:spcPts val="15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>
              <a:latin typeface="Segoe UI"/>
              <a:ea typeface="+mn-ea"/>
              <a:cs typeface="Segoe UI"/>
            </a:rPr>
            <a:t> Rolling correlation, Heatmap, Overlay chart</a:t>
          </a:r>
          <a:endParaRPr lang="en-US" sz="1600" kern="1200">
            <a:latin typeface="Segoe UI"/>
            <a:ea typeface="+mn-ea"/>
            <a:cs typeface="Segoe UI"/>
          </a:endParaRPr>
        </a:p>
      </dsp:txBody>
      <dsp:txXfrm>
        <a:off x="3834" y="687012"/>
        <a:ext cx="3017401" cy="1341067"/>
      </dsp:txXfrm>
    </dsp:sp>
    <dsp:sp modelId="{1E2EE949-5AB7-4C8E-B237-64C249BEC7F8}">
      <dsp:nvSpPr>
        <dsp:cNvPr id="0" name=""/>
        <dsp:cNvSpPr/>
      </dsp:nvSpPr>
      <dsp:spPr>
        <a:xfrm>
          <a:off x="2685968" y="687012"/>
          <a:ext cx="3352668" cy="1341067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>
              <a:latin typeface="Segoe UI"/>
              <a:ea typeface="+mn-ea"/>
              <a:cs typeface="Segoe UI"/>
            </a:rPr>
            <a:t>“Is there any relationship between this macro variable and this FX pair?”</a:t>
          </a:r>
          <a:endParaRPr lang="en-US" sz="1600" kern="1200">
            <a:latin typeface="Calibri"/>
            <a:ea typeface="+mn-ea"/>
            <a:cs typeface="+mn-cs"/>
          </a:endParaRPr>
        </a:p>
      </dsp:txBody>
      <dsp:txXfrm>
        <a:off x="3356502" y="687012"/>
        <a:ext cx="2011601" cy="1341067"/>
      </dsp:txXfrm>
    </dsp:sp>
    <dsp:sp modelId="{005D23FE-C061-4C2D-815E-5C1F3BE130B4}">
      <dsp:nvSpPr>
        <dsp:cNvPr id="0" name=""/>
        <dsp:cNvSpPr/>
      </dsp:nvSpPr>
      <dsp:spPr>
        <a:xfrm>
          <a:off x="5368103" y="687012"/>
          <a:ext cx="3352668" cy="1341067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>
              <a:latin typeface="Segoe UI"/>
              <a:ea typeface="+mn-ea"/>
              <a:cs typeface="Segoe UI"/>
            </a:rPr>
            <a:t>“Does USDJPY move 2–3 days after Fed rate changes?”</a:t>
          </a:r>
        </a:p>
      </dsp:txBody>
      <dsp:txXfrm>
        <a:off x="6038637" y="687012"/>
        <a:ext cx="2011601" cy="134106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5F15E5-90E6-48C5-BBEC-2634DFDEA869}">
      <dsp:nvSpPr>
        <dsp:cNvPr id="0" name=""/>
        <dsp:cNvSpPr/>
      </dsp:nvSpPr>
      <dsp:spPr>
        <a:xfrm>
          <a:off x="0" y="1543898"/>
          <a:ext cx="1123131" cy="7131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20C08AB-D47B-4EE1-9C0B-3A48403FC224}">
      <dsp:nvSpPr>
        <dsp:cNvPr id="0" name=""/>
        <dsp:cNvSpPr/>
      </dsp:nvSpPr>
      <dsp:spPr>
        <a:xfrm>
          <a:off x="124792" y="1662451"/>
          <a:ext cx="1123131" cy="7131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ea typeface="+mn-ea"/>
              <a:cs typeface="+mn-cs"/>
            </a:rPr>
            <a:t>No </a:t>
          </a:r>
          <a:r>
            <a:rPr lang="en-US" sz="1600" kern="1200" err="1">
              <a:ea typeface="+mn-ea"/>
              <a:cs typeface="+mn-cs"/>
            </a:rPr>
            <a:t>backtesting</a:t>
          </a:r>
          <a:endParaRPr lang="en-US" sz="1600" kern="1200">
            <a:ea typeface="+mn-ea"/>
            <a:cs typeface="+mn-cs"/>
          </a:endParaRPr>
        </a:p>
      </dsp:txBody>
      <dsp:txXfrm>
        <a:off x="145681" y="1683340"/>
        <a:ext cx="1081353" cy="671410"/>
      </dsp:txXfrm>
    </dsp:sp>
    <dsp:sp modelId="{04723382-0593-4961-AD31-E79FC86166DE}">
      <dsp:nvSpPr>
        <dsp:cNvPr id="0" name=""/>
        <dsp:cNvSpPr/>
      </dsp:nvSpPr>
      <dsp:spPr>
        <a:xfrm>
          <a:off x="1372716" y="1543898"/>
          <a:ext cx="1123131" cy="7131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5E34E8D-C891-4B97-A225-42FCF9822060}">
      <dsp:nvSpPr>
        <dsp:cNvPr id="0" name=""/>
        <dsp:cNvSpPr/>
      </dsp:nvSpPr>
      <dsp:spPr>
        <a:xfrm>
          <a:off x="1497508" y="1662451"/>
          <a:ext cx="1123131" cy="7131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ea typeface="+mn-ea"/>
              <a:cs typeface="+mn-cs"/>
            </a:rPr>
            <a:t>No risk modelling</a:t>
          </a:r>
        </a:p>
      </dsp:txBody>
      <dsp:txXfrm>
        <a:off x="1518397" y="1683340"/>
        <a:ext cx="1081353" cy="671410"/>
      </dsp:txXfrm>
    </dsp:sp>
    <dsp:sp modelId="{678EA943-3507-4C53-9C60-DF3A247196CA}">
      <dsp:nvSpPr>
        <dsp:cNvPr id="0" name=""/>
        <dsp:cNvSpPr/>
      </dsp:nvSpPr>
      <dsp:spPr>
        <a:xfrm>
          <a:off x="2745432" y="1543898"/>
          <a:ext cx="1123131" cy="7131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6477853-C0EE-4554-97FB-3A1DCD384F56}">
      <dsp:nvSpPr>
        <dsp:cNvPr id="0" name=""/>
        <dsp:cNvSpPr/>
      </dsp:nvSpPr>
      <dsp:spPr>
        <a:xfrm>
          <a:off x="2870225" y="1662451"/>
          <a:ext cx="1123131" cy="7131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ea typeface="+mn-ea"/>
              <a:cs typeface="+mn-cs"/>
            </a:rPr>
            <a:t>Correlation ≠ causation</a:t>
          </a:r>
        </a:p>
      </dsp:txBody>
      <dsp:txXfrm>
        <a:off x="2891114" y="1683340"/>
        <a:ext cx="1081353" cy="67141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F95F80-9045-46CD-8E2B-B9BBE35837EB}">
      <dsp:nvSpPr>
        <dsp:cNvPr id="0" name=""/>
        <dsp:cNvSpPr/>
      </dsp:nvSpPr>
      <dsp:spPr>
        <a:xfrm>
          <a:off x="0" y="0"/>
          <a:ext cx="399335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66243C-C27D-482C-9D89-525EF8CABF97}">
      <dsp:nvSpPr>
        <dsp:cNvPr id="0" name=""/>
        <dsp:cNvSpPr/>
      </dsp:nvSpPr>
      <dsp:spPr>
        <a:xfrm>
          <a:off x="0" y="0"/>
          <a:ext cx="3993357" cy="97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- Backtesting &amp; PnL</a:t>
          </a:r>
        </a:p>
      </dsp:txBody>
      <dsp:txXfrm>
        <a:off x="0" y="0"/>
        <a:ext cx="3993357" cy="979884"/>
      </dsp:txXfrm>
    </dsp:sp>
    <dsp:sp modelId="{F5FB0305-FA31-4368-AA2A-CAC004B51ADE}">
      <dsp:nvSpPr>
        <dsp:cNvPr id="0" name=""/>
        <dsp:cNvSpPr/>
      </dsp:nvSpPr>
      <dsp:spPr>
        <a:xfrm>
          <a:off x="0" y="979884"/>
          <a:ext cx="399335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E3D295-99C0-4970-94E0-0774971DC26D}">
      <dsp:nvSpPr>
        <dsp:cNvPr id="0" name=""/>
        <dsp:cNvSpPr/>
      </dsp:nvSpPr>
      <dsp:spPr>
        <a:xfrm>
          <a:off x="0" y="979884"/>
          <a:ext cx="3993357" cy="97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- Sharpe ratio</a:t>
          </a:r>
        </a:p>
      </dsp:txBody>
      <dsp:txXfrm>
        <a:off x="0" y="979884"/>
        <a:ext cx="3993357" cy="979884"/>
      </dsp:txXfrm>
    </dsp:sp>
    <dsp:sp modelId="{F1DDB0DD-F874-4708-96BC-C670CF0D9352}">
      <dsp:nvSpPr>
        <dsp:cNvPr id="0" name=""/>
        <dsp:cNvSpPr/>
      </dsp:nvSpPr>
      <dsp:spPr>
        <a:xfrm>
          <a:off x="0" y="1959768"/>
          <a:ext cx="399335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3AF806-CCB6-4073-80C7-170762F84822}">
      <dsp:nvSpPr>
        <dsp:cNvPr id="0" name=""/>
        <dsp:cNvSpPr/>
      </dsp:nvSpPr>
      <dsp:spPr>
        <a:xfrm>
          <a:off x="0" y="1959768"/>
          <a:ext cx="3993357" cy="97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- ML models</a:t>
          </a:r>
        </a:p>
      </dsp:txBody>
      <dsp:txXfrm>
        <a:off x="0" y="1959768"/>
        <a:ext cx="3993357" cy="979884"/>
      </dsp:txXfrm>
    </dsp:sp>
    <dsp:sp modelId="{9ADF95CB-B78E-4DCB-A9DF-764FF5D84CBE}">
      <dsp:nvSpPr>
        <dsp:cNvPr id="0" name=""/>
        <dsp:cNvSpPr/>
      </dsp:nvSpPr>
      <dsp:spPr>
        <a:xfrm>
          <a:off x="0" y="2939653"/>
          <a:ext cx="399335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2585EA-D305-4D72-A444-0A58FFBA728F}">
      <dsp:nvSpPr>
        <dsp:cNvPr id="0" name=""/>
        <dsp:cNvSpPr/>
      </dsp:nvSpPr>
      <dsp:spPr>
        <a:xfrm>
          <a:off x="0" y="2939653"/>
          <a:ext cx="3993357" cy="97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- Regime detection</a:t>
          </a:r>
        </a:p>
      </dsp:txBody>
      <dsp:txXfrm>
        <a:off x="0" y="2939653"/>
        <a:ext cx="3993357" cy="97988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AE89C8-AC23-49B5-92B3-39239D5E036B}">
      <dsp:nvSpPr>
        <dsp:cNvPr id="0" name=""/>
        <dsp:cNvSpPr/>
      </dsp:nvSpPr>
      <dsp:spPr>
        <a:xfrm>
          <a:off x="435800" y="1617"/>
          <a:ext cx="3222527" cy="193351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Strong prototype for macro-driven FX analysis</a:t>
          </a:r>
        </a:p>
      </dsp:txBody>
      <dsp:txXfrm>
        <a:off x="435800" y="1617"/>
        <a:ext cx="3222527" cy="1933516"/>
      </dsp:txXfrm>
    </dsp:sp>
    <dsp:sp modelId="{0256ABA5-A293-448D-9249-4C8E356D1B51}">
      <dsp:nvSpPr>
        <dsp:cNvPr id="0" name=""/>
        <dsp:cNvSpPr/>
      </dsp:nvSpPr>
      <dsp:spPr>
        <a:xfrm>
          <a:off x="435800" y="2257386"/>
          <a:ext cx="3222527" cy="193351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Foundation for quant trading strategies</a:t>
          </a:r>
        </a:p>
      </dsp:txBody>
      <dsp:txXfrm>
        <a:off x="435800" y="2257386"/>
        <a:ext cx="3222527" cy="19335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6110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project as a prototype for macro-driven trading strategies.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macro matters in FX (inflation, rates, employment).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 as a data-driven decision support tool.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reliability and frequency differences.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modular design: data → analysis → visualisation.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Very important for predictive modelling.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simple but interpretable model.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Demonstrate practical output.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Position as decision-support, not black-box trading.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Shows awareness and maturity.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scalability.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End confidently with impact.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raboexplorationfxmacro.streamlit.app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9.xml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12" Type="http://schemas.microsoft.com/office/2007/relationships/diagramDrawing" Target="../diagrams/drawing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11" Type="http://schemas.openxmlformats.org/officeDocument/2006/relationships/diagramColors" Target="../diagrams/colors9.xml"/><Relationship Id="rId5" Type="http://schemas.openxmlformats.org/officeDocument/2006/relationships/diagramQuickStyle" Target="../diagrams/quickStyle8.xml"/><Relationship Id="rId10" Type="http://schemas.openxmlformats.org/officeDocument/2006/relationships/diagramQuickStyle" Target="../diagrams/quickStyle9.xml"/><Relationship Id="rId4" Type="http://schemas.openxmlformats.org/officeDocument/2006/relationships/diagramLayout" Target="../diagrams/layout8.xml"/><Relationship Id="rId9" Type="http://schemas.openxmlformats.org/officeDocument/2006/relationships/diagramLayout" Target="../diagrams/layout9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0.xml"/><Relationship Id="rId3" Type="http://schemas.openxmlformats.org/officeDocument/2006/relationships/image" Target="../media/image22.jpeg"/><Relationship Id="rId7" Type="http://schemas.openxmlformats.org/officeDocument/2006/relationships/diagramColors" Target="../diagrams/colors1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0.xml"/><Relationship Id="rId5" Type="http://schemas.openxmlformats.org/officeDocument/2006/relationships/diagramLayout" Target="../diagrams/layout10.xml"/><Relationship Id="rId4" Type="http://schemas.openxmlformats.org/officeDocument/2006/relationships/diagramData" Target="../diagrams/data10.xml"/><Relationship Id="rId9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1.xml"/><Relationship Id="rId3" Type="http://schemas.openxmlformats.org/officeDocument/2006/relationships/image" Target="../media/image23.jpeg"/><Relationship Id="rId7" Type="http://schemas.openxmlformats.org/officeDocument/2006/relationships/diagramColors" Target="../diagrams/colors1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1.xml"/><Relationship Id="rId5" Type="http://schemas.openxmlformats.org/officeDocument/2006/relationships/diagramLayout" Target="../diagrams/layout11.xml"/><Relationship Id="rId4" Type="http://schemas.openxmlformats.org/officeDocument/2006/relationships/diagramData" Target="../diagrams/data11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2.xml"/><Relationship Id="rId3" Type="http://schemas.openxmlformats.org/officeDocument/2006/relationships/image" Target="../media/image24.jpeg"/><Relationship Id="rId7" Type="http://schemas.openxmlformats.org/officeDocument/2006/relationships/diagramColors" Target="../diagrams/colors1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2.xml"/><Relationship Id="rId5" Type="http://schemas.openxmlformats.org/officeDocument/2006/relationships/diagramLayout" Target="../diagrams/layout12.xml"/><Relationship Id="rId4" Type="http://schemas.openxmlformats.org/officeDocument/2006/relationships/diagramData" Target="../diagrams/data12.xml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3500">
                <a:solidFill>
                  <a:srgbClr val="FFFFFF"/>
                </a:solidFill>
              </a:rPr>
              <a:t>FX Macro Correlation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53508D-5196-80DF-4298-A74637DC1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740" y="603216"/>
            <a:ext cx="562053" cy="485843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E438525E-FAD2-0341-B95C-20FCBC203F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5076296"/>
              </p:ext>
            </p:extLst>
          </p:nvPr>
        </p:nvGraphicFramePr>
        <p:xfrm>
          <a:off x="3697999" y="-94804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6F31E52B-C92A-521D-823D-5C9F9099256A}"/>
              </a:ext>
            </a:extLst>
          </p:cNvPr>
          <p:cNvSpPr txBox="1">
            <a:spLocks/>
          </p:cNvSpPr>
          <p:nvPr/>
        </p:nvSpPr>
        <p:spPr>
          <a:xfrm>
            <a:off x="880793" y="4798677"/>
            <a:ext cx="1537942" cy="9492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>
                <a:solidFill>
                  <a:schemeClr val="accent5">
                    <a:lumMod val="40000"/>
                    <a:lumOff val="60000"/>
                  </a:schemeClr>
                </a:solidFill>
                <a:latin typeface="Agency FB" panose="020B0503020202020204" pitchFamily="34" charset="0"/>
              </a:rPr>
              <a:t>Soumen Roy</a:t>
            </a:r>
          </a:p>
          <a:p>
            <a:r>
              <a:rPr lang="en-GB" sz="2000">
                <a:solidFill>
                  <a:schemeClr val="accent5">
                    <a:lumMod val="40000"/>
                    <a:lumOff val="60000"/>
                  </a:schemeClr>
                </a:solidFill>
                <a:latin typeface="Agency FB" panose="020B0503020202020204" pitchFamily="34" charset="0"/>
              </a:rPr>
              <a:t>Delfryn Williams</a:t>
            </a:r>
          </a:p>
          <a:p>
            <a:r>
              <a:rPr lang="en-GB" sz="2000" err="1">
                <a:solidFill>
                  <a:schemeClr val="accent5">
                    <a:lumMod val="40000"/>
                    <a:lumOff val="60000"/>
                  </a:schemeClr>
                </a:solidFill>
                <a:latin typeface="Agency FB" panose="020B0503020202020204" pitchFamily="34" charset="0"/>
              </a:rPr>
              <a:t>Navkaran</a:t>
            </a:r>
            <a:r>
              <a:rPr lang="en-GB" sz="2000">
                <a:solidFill>
                  <a:schemeClr val="accent5">
                    <a:lumMod val="40000"/>
                    <a:lumOff val="60000"/>
                  </a:schemeClr>
                </a:solidFill>
                <a:latin typeface="Agency FB" panose="020B0503020202020204" pitchFamily="34" charset="0"/>
              </a:rPr>
              <a:t> Basra</a:t>
            </a:r>
          </a:p>
          <a:p>
            <a:r>
              <a:rPr lang="en-GB" sz="2000">
                <a:solidFill>
                  <a:schemeClr val="accent5">
                    <a:lumMod val="40000"/>
                    <a:lumOff val="60000"/>
                  </a:schemeClr>
                </a:solidFill>
                <a:latin typeface="Agency FB" panose="020B0503020202020204" pitchFamily="34" charset="0"/>
              </a:rPr>
              <a:t>Amrender Singh</a:t>
            </a:r>
          </a:p>
        </p:txBody>
      </p:sp>
      <p:pic>
        <p:nvPicPr>
          <p:cNvPr id="25" name="Picture 24" descr="A qr code with a few squares&#10;&#10;AI-generated content may be incorrect.">
            <a:extLst>
              <a:ext uri="{FF2B5EF4-FFF2-40B4-BE49-F238E27FC236}">
                <a16:creationId xmlns:a16="http://schemas.microsoft.com/office/drawing/2014/main" id="{20F2BB9C-DA8F-0B6B-49CE-FE9FC0CAD1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02043" y="4115450"/>
            <a:ext cx="2283801" cy="22559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3500">
                <a:solidFill>
                  <a:srgbClr val="FFFFFF"/>
                </a:solidFill>
              </a:rPr>
              <a:t>Business Problem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DF1B68C-75BA-D63C-9FC3-CBBA815D45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310138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 descr="A qr code with a few squares&#10;&#10;AI-generated content may be incorrect.">
            <a:extLst>
              <a:ext uri="{FF2B5EF4-FFF2-40B4-BE49-F238E27FC236}">
                <a16:creationId xmlns:a16="http://schemas.microsoft.com/office/drawing/2014/main" id="{B92C88A1-FD7F-D5AD-AC6A-15BB568210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2101" y="4481210"/>
            <a:ext cx="2283801" cy="22559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3500">
                <a:solidFill>
                  <a:srgbClr val="FFFFFF"/>
                </a:solidFill>
              </a:rPr>
              <a:t>Objective</a:t>
            </a:r>
          </a:p>
        </p:txBody>
      </p:sp>
      <p:graphicFrame>
        <p:nvGraphicFramePr>
          <p:cNvPr id="35" name="Content Placeholder 2">
            <a:extLst>
              <a:ext uri="{FF2B5EF4-FFF2-40B4-BE49-F238E27FC236}">
                <a16:creationId xmlns:a16="http://schemas.microsoft.com/office/drawing/2014/main" id="{7988DA2C-F220-301A-7888-C3C9821E53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1793198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 descr="A qr code with a few squares&#10;&#10;AI-generated content may be incorrect.">
            <a:extLst>
              <a:ext uri="{FF2B5EF4-FFF2-40B4-BE49-F238E27FC236}">
                <a16:creationId xmlns:a16="http://schemas.microsoft.com/office/drawing/2014/main" id="{A38F416E-36A5-C79E-4EEF-12A2D31181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2101" y="4481210"/>
            <a:ext cx="2283801" cy="22559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3500">
                <a:solidFill>
                  <a:srgbClr val="FFFFFF"/>
                </a:solidFill>
              </a:rPr>
              <a:t>Data Sources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7281384-0E5E-FC32-38AF-0C89366B02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962174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 descr="A qr code with a few squares&#10;&#10;AI-generated content may be incorrect.">
            <a:extLst>
              <a:ext uri="{FF2B5EF4-FFF2-40B4-BE49-F238E27FC236}">
                <a16:creationId xmlns:a16="http://schemas.microsoft.com/office/drawing/2014/main" id="{9C8FDBC0-C9D6-76B1-8989-1F908950F5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2101" y="4481210"/>
            <a:ext cx="2283801" cy="22559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7B649DF-876E-4939-0154-E1115BA317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676865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 descr="A qr code with a few squares&#10;&#10;AI-generated content may be incorrect.">
            <a:extLst>
              <a:ext uri="{FF2B5EF4-FFF2-40B4-BE49-F238E27FC236}">
                <a16:creationId xmlns:a16="http://schemas.microsoft.com/office/drawing/2014/main" id="{7CDC3756-79E2-414B-8D39-DE91822621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972" y="5154541"/>
            <a:ext cx="1726849" cy="17073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B91B96-FBFC-AFB0-6222-C68EFE565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3500">
                <a:solidFill>
                  <a:srgbClr val="FFFFFF"/>
                </a:solidFill>
              </a:rPr>
              <a:t>Project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6F4ED-A42D-7DBD-E781-90AFD416B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700">
                <a:hlinkClick r:id="rId2"/>
              </a:rPr>
              <a:t>https://raboexplorationfxmacro.streamlit.app/</a:t>
            </a:r>
            <a:endParaRPr lang="en-GB" sz="1700"/>
          </a:p>
        </p:txBody>
      </p:sp>
      <p:pic>
        <p:nvPicPr>
          <p:cNvPr id="4" name="Picture 3" descr="A qr code with a few squares&#10;&#10;AI-generated content may be incorrect.">
            <a:extLst>
              <a:ext uri="{FF2B5EF4-FFF2-40B4-BE49-F238E27FC236}">
                <a16:creationId xmlns:a16="http://schemas.microsoft.com/office/drawing/2014/main" id="{501D99BC-797C-C3A8-C8AD-DB531831D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9816" y="3817694"/>
            <a:ext cx="2283801" cy="2255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010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Lag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F6F485-C1B6-21A2-A46F-436B723D4F2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 descr="A qr code with a few squares&#10;&#10;AI-generated content may be incorrect.">
            <a:extLst>
              <a:ext uri="{FF2B5EF4-FFF2-40B4-BE49-F238E27FC236}">
                <a16:creationId xmlns:a16="http://schemas.microsoft.com/office/drawing/2014/main" id="{C314281E-9804-B153-36A3-4C2CFBF180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972" y="5154541"/>
            <a:ext cx="1726849" cy="17073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799" y="567105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GB" sz="7000"/>
              <a:t>Trading Signals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Content Placeholder 2">
            <a:extLst>
              <a:ext uri="{FF2B5EF4-FFF2-40B4-BE49-F238E27FC236}">
                <a16:creationId xmlns:a16="http://schemas.microsoft.com/office/drawing/2014/main" id="{3B1A09B3-5122-267B-8E3B-65A87B08C0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1844628"/>
              </p:ext>
            </p:extLst>
          </p:nvPr>
        </p:nvGraphicFramePr>
        <p:xfrm>
          <a:off x="3908892" y="741461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 descr="A qr code with a few squares&#10;&#10;AI-generated content may be incorrect.">
            <a:extLst>
              <a:ext uri="{FF2B5EF4-FFF2-40B4-BE49-F238E27FC236}">
                <a16:creationId xmlns:a16="http://schemas.microsoft.com/office/drawing/2014/main" id="{23F3DD07-9709-E3FB-3B74-637A4DB83A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972" y="5154541"/>
            <a:ext cx="1726849" cy="17073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6100024" y="863980"/>
            <a:ext cx="2987899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219" y="392315"/>
            <a:ext cx="4094129" cy="1325563"/>
          </a:xfrm>
        </p:spPr>
        <p:txBody>
          <a:bodyPr>
            <a:normAutofit/>
          </a:bodyPr>
          <a:lstStyle/>
          <a:p>
            <a:r>
              <a:t>Example Signals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004647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055" y="1417745"/>
            <a:ext cx="8499075" cy="4192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2400"/>
              <a:t>Showing</a:t>
            </a:r>
            <a:r>
              <a:rPr sz="2400"/>
              <a:t> buy/</a:t>
            </a:r>
            <a:r>
              <a:rPr lang="en-GB" sz="2400"/>
              <a:t>sell markers</a:t>
            </a:r>
            <a:r>
              <a:rPr sz="2400"/>
              <a:t> on FX chart</a:t>
            </a:r>
            <a:endParaRPr lang="en-GB" sz="2400">
              <a:ea typeface="Calibri"/>
              <a:cs typeface="Calibri"/>
            </a:endParaRPr>
          </a:p>
          <a:p>
            <a:endParaRPr/>
          </a:p>
        </p:txBody>
      </p:sp>
      <p:pic>
        <p:nvPicPr>
          <p:cNvPr id="4" name="Picture 3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E922DF19-BB03-E51E-C17B-222347E17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101" y="1982897"/>
            <a:ext cx="6679955" cy="38796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GB" sz="4200"/>
              <a:t>Business Impact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Content Placeholder 2">
            <a:extLst>
              <a:ext uri="{FF2B5EF4-FFF2-40B4-BE49-F238E27FC236}">
                <a16:creationId xmlns:a16="http://schemas.microsoft.com/office/drawing/2014/main" id="{9647811F-6F50-7260-6B89-C99AB5BF77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1037814"/>
              </p:ext>
            </p:extLst>
          </p:nvPr>
        </p:nvGraphicFramePr>
        <p:xfrm>
          <a:off x="942442" y="1716258"/>
          <a:ext cx="7255035" cy="34450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76" name="Content Placeholder 2">
            <a:extLst>
              <a:ext uri="{FF2B5EF4-FFF2-40B4-BE49-F238E27FC236}">
                <a16:creationId xmlns:a16="http://schemas.microsoft.com/office/drawing/2014/main" id="{917241C5-4F41-FA5E-1C18-2D9A4DB5B2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194015"/>
              </p:ext>
            </p:extLst>
          </p:nvPr>
        </p:nvGraphicFramePr>
        <p:xfrm>
          <a:off x="211178" y="3914532"/>
          <a:ext cx="8724606" cy="27150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8" y="327025"/>
            <a:ext cx="3993358" cy="1630363"/>
          </a:xfrm>
        </p:spPr>
        <p:txBody>
          <a:bodyPr anchor="b">
            <a:normAutofit/>
          </a:bodyPr>
          <a:lstStyle/>
          <a:p>
            <a:r>
              <a:rPr lang="en-GB" sz="3100"/>
              <a:t>Limitations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116392-D5D3-66ED-08A9-E4BC424B68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419" r="31295"/>
          <a:stretch>
            <a:fillRect/>
          </a:stretch>
        </p:blipFill>
        <p:spPr>
          <a:xfrm>
            <a:off x="4474766" y="1"/>
            <a:ext cx="4669234" cy="6856412"/>
          </a:xfrm>
          <a:custGeom>
            <a:avLst/>
            <a:gdLst/>
            <a:ahLst/>
            <a:cxnLst/>
            <a:rect l="l" t="t" r="r" b="b"/>
            <a:pathLst>
              <a:path w="5620032" h="6856412">
                <a:moveTo>
                  <a:pt x="13187" y="0"/>
                </a:moveTo>
                <a:lnTo>
                  <a:pt x="5620032" y="0"/>
                </a:lnTo>
                <a:lnTo>
                  <a:pt x="5620032" y="6856412"/>
                </a:lnTo>
                <a:lnTo>
                  <a:pt x="0" y="6856412"/>
                </a:lnTo>
                <a:lnTo>
                  <a:pt x="64318" y="6298274"/>
                </a:lnTo>
                <a:cubicBezTo>
                  <a:pt x="203221" y="4970220"/>
                  <a:pt x="240510" y="3632077"/>
                  <a:pt x="97152" y="2276000"/>
                </a:cubicBezTo>
                <a:cubicBezTo>
                  <a:pt x="35713" y="1694824"/>
                  <a:pt x="7455" y="1116942"/>
                  <a:pt x="6154" y="541737"/>
                </a:cubicBezTo>
                <a:close/>
              </a:path>
            </a:pathLst>
          </a:cu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165343-4E6C-184A-0086-17D15B3321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4868961"/>
              </p:ext>
            </p:extLst>
          </p:nvPr>
        </p:nvGraphicFramePr>
        <p:xfrm>
          <a:off x="360759" y="2286001"/>
          <a:ext cx="3993357" cy="3919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" name="Picture 3" descr="A qr code with a few squares&#10;&#10;AI-generated content may be incorrect.">
            <a:extLst>
              <a:ext uri="{FF2B5EF4-FFF2-40B4-BE49-F238E27FC236}">
                <a16:creationId xmlns:a16="http://schemas.microsoft.com/office/drawing/2014/main" id="{92D280E4-32CD-092B-1605-336A191D37D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972" y="5154541"/>
            <a:ext cx="1726849" cy="170731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8" y="327025"/>
            <a:ext cx="3993358" cy="1630363"/>
          </a:xfrm>
        </p:spPr>
        <p:txBody>
          <a:bodyPr anchor="b">
            <a:normAutofit/>
          </a:bodyPr>
          <a:lstStyle/>
          <a:p>
            <a:r>
              <a:rPr lang="en-GB" sz="3100" b="1"/>
              <a:t>Future Enhancements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39A1A0-A4F5-5C8A-3CCA-31FEFE1157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920" r="12623" b="-2"/>
          <a:stretch>
            <a:fillRect/>
          </a:stretch>
        </p:blipFill>
        <p:spPr>
          <a:xfrm>
            <a:off x="4474766" y="1"/>
            <a:ext cx="4669234" cy="6856412"/>
          </a:xfrm>
          <a:custGeom>
            <a:avLst/>
            <a:gdLst/>
            <a:ahLst/>
            <a:cxnLst/>
            <a:rect l="l" t="t" r="r" b="b"/>
            <a:pathLst>
              <a:path w="5620032" h="6856412">
                <a:moveTo>
                  <a:pt x="13187" y="0"/>
                </a:moveTo>
                <a:lnTo>
                  <a:pt x="5620032" y="0"/>
                </a:lnTo>
                <a:lnTo>
                  <a:pt x="5620032" y="6856412"/>
                </a:lnTo>
                <a:lnTo>
                  <a:pt x="0" y="6856412"/>
                </a:lnTo>
                <a:lnTo>
                  <a:pt x="64318" y="6298274"/>
                </a:lnTo>
                <a:cubicBezTo>
                  <a:pt x="203221" y="4970220"/>
                  <a:pt x="240510" y="3632077"/>
                  <a:pt x="97152" y="2276000"/>
                </a:cubicBezTo>
                <a:cubicBezTo>
                  <a:pt x="35713" y="1694824"/>
                  <a:pt x="7455" y="1116942"/>
                  <a:pt x="6154" y="541737"/>
                </a:cubicBezTo>
                <a:close/>
              </a:path>
            </a:pathLst>
          </a:cu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C1D7CE-31A8-0BCE-A5A5-C828F8A2D4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7420233"/>
              </p:ext>
            </p:extLst>
          </p:nvPr>
        </p:nvGraphicFramePr>
        <p:xfrm>
          <a:off x="360759" y="2286001"/>
          <a:ext cx="3993357" cy="3919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6100024" y="863980"/>
            <a:ext cx="2987899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221" y="479493"/>
            <a:ext cx="4094129" cy="1325563"/>
          </a:xfrm>
        </p:spPr>
        <p:txBody>
          <a:bodyPr>
            <a:normAutofit/>
          </a:bodyPr>
          <a:lstStyle/>
          <a:p>
            <a:r>
              <a:rPr lang="en-GB"/>
              <a:t>Conclusion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004647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 descr="Blur blurry blue and green background&#10;&#10;AI-generated content may be incorrect.">
            <a:extLst>
              <a:ext uri="{FF2B5EF4-FFF2-40B4-BE49-F238E27FC236}">
                <a16:creationId xmlns:a16="http://schemas.microsoft.com/office/drawing/2014/main" id="{9EF9BEDB-711F-E928-12BA-70D3DDA3F8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462" r="22081" b="-2"/>
          <a:stretch>
            <a:fillRect/>
          </a:stretch>
        </p:blipFill>
        <p:spPr>
          <a:xfrm>
            <a:off x="527386" y="713373"/>
            <a:ext cx="3583036" cy="5261509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DC7219-D260-6601-FEE4-209E1DA8FE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9233568"/>
              </p:ext>
            </p:extLst>
          </p:nvPr>
        </p:nvGraphicFramePr>
        <p:xfrm>
          <a:off x="4421221" y="1984443"/>
          <a:ext cx="4094129" cy="4192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3" name="Picture 2" descr="A qr code with a few squares&#10;&#10;AI-generated content may be incorrect.">
            <a:extLst>
              <a:ext uri="{FF2B5EF4-FFF2-40B4-BE49-F238E27FC236}">
                <a16:creationId xmlns:a16="http://schemas.microsoft.com/office/drawing/2014/main" id="{1F67172B-6BD9-B970-D64A-92A4891AC6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78207" y="2507640"/>
            <a:ext cx="1685925" cy="16668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</Words>
  <Application>Microsoft Office PowerPoint</Application>
  <PresentationFormat>On-screen Show (4:3)</PresentationFormat>
  <Paragraphs>68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Agency FB</vt:lpstr>
      <vt:lpstr>Arial</vt:lpstr>
      <vt:lpstr>Calibri</vt:lpstr>
      <vt:lpstr>Segoe UI</vt:lpstr>
      <vt:lpstr>Office Theme</vt:lpstr>
      <vt:lpstr>FX Macro Correlation Dashboard</vt:lpstr>
      <vt:lpstr>Business Problem</vt:lpstr>
      <vt:lpstr>Objective</vt:lpstr>
      <vt:lpstr>Data Sources</vt:lpstr>
      <vt:lpstr>Architecture</vt:lpstr>
      <vt:lpstr>Project Demo</vt:lpstr>
      <vt:lpstr>Lag Analysis</vt:lpstr>
      <vt:lpstr>Trading Signals</vt:lpstr>
      <vt:lpstr>Example Signals</vt:lpstr>
      <vt:lpstr>Business Impact</vt:lpstr>
      <vt:lpstr>Limitations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Roy, S (Soumen)</cp:lastModifiedBy>
  <cp:revision>1</cp:revision>
  <dcterms:created xsi:type="dcterms:W3CDTF">2013-01-27T09:14:16Z</dcterms:created>
  <dcterms:modified xsi:type="dcterms:W3CDTF">2026-05-14T08:43:48Z</dcterms:modified>
  <cp:category/>
</cp:coreProperties>
</file>